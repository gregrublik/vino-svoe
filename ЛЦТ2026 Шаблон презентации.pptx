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png" ContentType="image/png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7225" y="1313089"/>
            <a:ext cx="4772025" cy="4053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520977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057" y="446722"/>
            <a:ext cx="7247191" cy="4137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F1F1F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6625" y="1999678"/>
            <a:ext cx="7491095" cy="3323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590019" y="6393929"/>
            <a:ext cx="343153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20977"/>
                </a:solidFill>
                <a:latin typeface="Verdana"/>
                <a:cs typeface="Verdana"/>
              </a:defRPr>
            </a:lvl1pPr>
          </a:lstStyle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fonts-online.ru/fonts/montserrat" TargetMode="External"/><Relationship Id="rId4" Type="http://schemas.openxmlformats.org/officeDocument/2006/relationships/image" Target="../media/image5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9.png"/><Relationship Id="rId16" Type="http://schemas.openxmlformats.org/officeDocument/2006/relationships/image" Target="../media/image20.png"/><Relationship Id="rId17" Type="http://schemas.openxmlformats.org/officeDocument/2006/relationships/image" Target="../media/image21.png"/><Relationship Id="rId18" Type="http://schemas.openxmlformats.org/officeDocument/2006/relationships/image" Target="../media/image22.png"/><Relationship Id="rId19" Type="http://schemas.openxmlformats.org/officeDocument/2006/relationships/image" Target="../media/image23.png"/><Relationship Id="rId20" Type="http://schemas.openxmlformats.org/officeDocument/2006/relationships/image" Target="../media/image24.png"/><Relationship Id="rId21" Type="http://schemas.openxmlformats.org/officeDocument/2006/relationships/image" Target="../media/image25.png"/><Relationship Id="rId22" Type="http://schemas.openxmlformats.org/officeDocument/2006/relationships/image" Target="../media/image26.png"/><Relationship Id="rId23" Type="http://schemas.openxmlformats.org/officeDocument/2006/relationships/image" Target="../media/image27.png"/><Relationship Id="rId24" Type="http://schemas.openxmlformats.org/officeDocument/2006/relationships/image" Target="../media/image28.png"/><Relationship Id="rId25" Type="http://schemas.openxmlformats.org/officeDocument/2006/relationships/hyperlink" Target="https://disk.yandex.ru/d/PXfwjMA16G2aTw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27.png"/><Relationship Id="rId4" Type="http://schemas.openxmlformats.org/officeDocument/2006/relationships/image" Target="../media/image2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image" Target="../media/image3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52500" y="409575"/>
            <a:ext cx="2324100" cy="619125"/>
          </a:xfrm>
          <a:custGeom>
            <a:avLst/>
            <a:gdLst/>
            <a:ahLst/>
            <a:cxnLst/>
            <a:rect l="l" t="t" r="r" b="b"/>
            <a:pathLst>
              <a:path w="2324100" h="619125">
                <a:moveTo>
                  <a:pt x="2174113" y="0"/>
                </a:moveTo>
                <a:lnTo>
                  <a:pt x="150012" y="0"/>
                </a:lnTo>
                <a:lnTo>
                  <a:pt x="102594" y="7649"/>
                </a:lnTo>
                <a:lnTo>
                  <a:pt x="61414" y="28947"/>
                </a:lnTo>
                <a:lnTo>
                  <a:pt x="28942" y="61420"/>
                </a:lnTo>
                <a:lnTo>
                  <a:pt x="7647" y="102591"/>
                </a:lnTo>
                <a:lnTo>
                  <a:pt x="0" y="149987"/>
                </a:lnTo>
                <a:lnTo>
                  <a:pt x="0" y="469138"/>
                </a:lnTo>
                <a:lnTo>
                  <a:pt x="7647" y="516533"/>
                </a:lnTo>
                <a:lnTo>
                  <a:pt x="28942" y="557704"/>
                </a:lnTo>
                <a:lnTo>
                  <a:pt x="61414" y="590177"/>
                </a:lnTo>
                <a:lnTo>
                  <a:pt x="102594" y="611475"/>
                </a:lnTo>
                <a:lnTo>
                  <a:pt x="150012" y="619125"/>
                </a:lnTo>
                <a:lnTo>
                  <a:pt x="2174113" y="619125"/>
                </a:lnTo>
                <a:lnTo>
                  <a:pt x="2221508" y="611475"/>
                </a:lnTo>
                <a:lnTo>
                  <a:pt x="2262679" y="590177"/>
                </a:lnTo>
                <a:lnTo>
                  <a:pt x="2295152" y="557704"/>
                </a:lnTo>
                <a:lnTo>
                  <a:pt x="2316450" y="516533"/>
                </a:lnTo>
                <a:lnTo>
                  <a:pt x="2324100" y="469138"/>
                </a:lnTo>
                <a:lnTo>
                  <a:pt x="2324100" y="149987"/>
                </a:lnTo>
                <a:lnTo>
                  <a:pt x="2316450" y="102591"/>
                </a:lnTo>
                <a:lnTo>
                  <a:pt x="2295152" y="61420"/>
                </a:lnTo>
                <a:lnTo>
                  <a:pt x="2262679" y="28947"/>
                </a:lnTo>
                <a:lnTo>
                  <a:pt x="2221508" y="7649"/>
                </a:lnTo>
                <a:lnTo>
                  <a:pt x="2174113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932" rIns="0" bIns="0" rtlCol="0" vert="horz">
            <a:spAutoFit/>
          </a:bodyPr>
          <a:lstStyle/>
          <a:p>
            <a:pPr marL="765810">
              <a:lnSpc>
                <a:spcPct val="100000"/>
              </a:lnSpc>
              <a:spcBef>
                <a:spcPts val="130"/>
              </a:spcBef>
            </a:pPr>
            <a:r>
              <a:rPr dirty="0" spc="105">
                <a:solidFill>
                  <a:srgbClr val="FFFFFF"/>
                </a:solidFill>
              </a:rPr>
              <a:t>ВВОДНЫЕ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45"/>
              <a:t>Привет,</a:t>
            </a:r>
            <a:r>
              <a:rPr dirty="0" spc="-15"/>
              <a:t> </a:t>
            </a:r>
            <a:r>
              <a:rPr dirty="0" spc="50"/>
              <a:t>участник</a:t>
            </a:r>
            <a:r>
              <a:rPr dirty="0" spc="-20"/>
              <a:t> </a:t>
            </a:r>
            <a:r>
              <a:rPr dirty="0" spc="-10"/>
              <a:t>хакатона!</a:t>
            </a:r>
          </a:p>
          <a:p>
            <a:pPr marL="12700" marR="5080">
              <a:lnSpc>
                <a:spcPct val="100899"/>
              </a:lnSpc>
              <a:spcBef>
                <a:spcPts val="2100"/>
              </a:spcBef>
            </a:pPr>
            <a:r>
              <a:rPr dirty="0" spc="-40" b="0">
                <a:latin typeface="Verdana"/>
                <a:cs typeface="Verdana"/>
              </a:rPr>
              <a:t>Эта</a:t>
            </a:r>
            <a:r>
              <a:rPr dirty="0" spc="-1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презентация</a:t>
            </a:r>
            <a:r>
              <a:rPr dirty="0" spc="-4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—</a:t>
            </a:r>
            <a:r>
              <a:rPr dirty="0" spc="-7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готовая</a:t>
            </a:r>
            <a:r>
              <a:rPr dirty="0" spc="-6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основа</a:t>
            </a:r>
            <a:r>
              <a:rPr dirty="0" spc="-9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для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spc="45" b="0">
                <a:latin typeface="Verdana"/>
                <a:cs typeface="Verdana"/>
              </a:rPr>
              <a:t>оформления</a:t>
            </a:r>
            <a:r>
              <a:rPr dirty="0" spc="-145" b="0">
                <a:latin typeface="Verdana"/>
                <a:cs typeface="Verdana"/>
              </a:rPr>
              <a:t> </a:t>
            </a:r>
            <a:r>
              <a:rPr dirty="0" spc="50" b="0">
                <a:latin typeface="Verdana"/>
                <a:cs typeface="Verdana"/>
              </a:rPr>
              <a:t>решения </a:t>
            </a:r>
            <a:r>
              <a:rPr dirty="0" b="0">
                <a:latin typeface="Verdana"/>
                <a:cs typeface="Verdana"/>
              </a:rPr>
              <a:t>команды.</a:t>
            </a:r>
            <a:r>
              <a:rPr dirty="0" spc="-8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Внутри</a:t>
            </a:r>
            <a:r>
              <a:rPr dirty="0" spc="-12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—</a:t>
            </a:r>
            <a:r>
              <a:rPr dirty="0" spc="-114" b="0">
                <a:latin typeface="Verdana"/>
                <a:cs typeface="Verdana"/>
              </a:rPr>
              <a:t> </a:t>
            </a:r>
            <a:r>
              <a:rPr dirty="0" spc="80" b="0">
                <a:latin typeface="Verdana"/>
                <a:cs typeface="Verdana"/>
              </a:rPr>
              <a:t>примеры</a:t>
            </a:r>
            <a:r>
              <a:rPr dirty="0" spc="-135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слайдов,</a:t>
            </a:r>
            <a:r>
              <a:rPr dirty="0" spc="-155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логотипы,</a:t>
            </a:r>
            <a:r>
              <a:rPr dirty="0" spc="-75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шрифты, </a:t>
            </a:r>
            <a:r>
              <a:rPr dirty="0" spc="-45" b="0">
                <a:latin typeface="Verdana"/>
                <a:cs typeface="Verdana"/>
              </a:rPr>
              <a:t>цвета,</a:t>
            </a:r>
            <a:r>
              <a:rPr dirty="0" spc="2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иконки</a:t>
            </a:r>
            <a:r>
              <a:rPr dirty="0" spc="-10" b="0">
                <a:latin typeface="Verdana"/>
                <a:cs typeface="Verdana"/>
              </a:rPr>
              <a:t> </a:t>
            </a:r>
            <a:r>
              <a:rPr dirty="0" spc="80" b="0">
                <a:latin typeface="Verdana"/>
                <a:cs typeface="Verdana"/>
              </a:rPr>
              <a:t>и</a:t>
            </a:r>
            <a:r>
              <a:rPr dirty="0" spc="-10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различные</a:t>
            </a:r>
            <a:r>
              <a:rPr dirty="0" spc="-4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графические</a:t>
            </a:r>
            <a:r>
              <a:rPr dirty="0" spc="-4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элементы.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</a:p>
          <a:p>
            <a:pPr marL="12700" marR="277495">
              <a:lnSpc>
                <a:spcPct val="99700"/>
              </a:lnSpc>
            </a:pPr>
            <a:r>
              <a:rPr dirty="0" spc="75" b="0">
                <a:latin typeface="Verdana"/>
                <a:cs typeface="Verdana"/>
              </a:rPr>
              <a:t>Можешь</a:t>
            </a:r>
            <a:r>
              <a:rPr dirty="0" spc="-95" b="0">
                <a:latin typeface="Verdana"/>
                <a:cs typeface="Verdana"/>
              </a:rPr>
              <a:t> </a:t>
            </a:r>
            <a:r>
              <a:rPr dirty="0" spc="70" b="0">
                <a:latin typeface="Verdana"/>
                <a:cs typeface="Verdana"/>
              </a:rPr>
              <a:t>смело</a:t>
            </a:r>
            <a:r>
              <a:rPr dirty="0" spc="2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доверить</a:t>
            </a:r>
            <a:r>
              <a:rPr dirty="0" spc="1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дизайн</a:t>
            </a:r>
            <a:r>
              <a:rPr dirty="0" spc="-6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этому</a:t>
            </a:r>
            <a:r>
              <a:rPr dirty="0" spc="-7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шаблону</a:t>
            </a:r>
            <a:r>
              <a:rPr dirty="0" spc="15" b="0">
                <a:latin typeface="Verdana"/>
                <a:cs typeface="Verdana"/>
              </a:rPr>
              <a:t> </a:t>
            </a:r>
            <a:r>
              <a:rPr dirty="0" spc="30" b="0">
                <a:latin typeface="Verdana"/>
                <a:cs typeface="Verdana"/>
              </a:rPr>
              <a:t>и </a:t>
            </a:r>
            <a:r>
              <a:rPr dirty="0" spc="10" b="0">
                <a:latin typeface="Verdana"/>
                <a:cs typeface="Verdana"/>
              </a:rPr>
              <a:t>сосредоточить</a:t>
            </a:r>
            <a:r>
              <a:rPr dirty="0" spc="-160" b="0">
                <a:latin typeface="Verdana"/>
                <a:cs typeface="Verdana"/>
              </a:rPr>
              <a:t> </a:t>
            </a:r>
            <a:r>
              <a:rPr dirty="0" spc="10" b="0">
                <a:latin typeface="Verdana"/>
                <a:cs typeface="Verdana"/>
              </a:rPr>
              <a:t>свою</a:t>
            </a:r>
            <a:r>
              <a:rPr dirty="0" spc="-90" b="0">
                <a:latin typeface="Verdana"/>
                <a:cs typeface="Verdana"/>
              </a:rPr>
              <a:t> </a:t>
            </a:r>
            <a:r>
              <a:rPr dirty="0" spc="45" b="0">
                <a:latin typeface="Verdana"/>
                <a:cs typeface="Verdana"/>
              </a:rPr>
              <a:t>энергию</a:t>
            </a:r>
            <a:r>
              <a:rPr dirty="0" spc="-90" b="0">
                <a:latin typeface="Verdana"/>
                <a:cs typeface="Verdana"/>
              </a:rPr>
              <a:t> </a:t>
            </a:r>
            <a:r>
              <a:rPr dirty="0" spc="80" b="0">
                <a:latin typeface="Verdana"/>
                <a:cs typeface="Verdana"/>
              </a:rPr>
              <a:t>и</a:t>
            </a:r>
            <a:r>
              <a:rPr dirty="0" spc="-70" b="0">
                <a:latin typeface="Verdana"/>
                <a:cs typeface="Verdana"/>
              </a:rPr>
              <a:t> </a:t>
            </a:r>
            <a:r>
              <a:rPr dirty="0" spc="60" b="0">
                <a:latin typeface="Verdana"/>
                <a:cs typeface="Verdana"/>
              </a:rPr>
              <a:t>время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на</a:t>
            </a:r>
            <a:r>
              <a:rPr dirty="0" spc="-11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действительно </a:t>
            </a:r>
            <a:r>
              <a:rPr dirty="0" spc="50" b="0">
                <a:latin typeface="Verdana"/>
                <a:cs typeface="Verdana"/>
              </a:rPr>
              <a:t>важном</a:t>
            </a:r>
            <a:r>
              <a:rPr dirty="0" spc="-90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—</a:t>
            </a:r>
            <a:r>
              <a:rPr dirty="0" spc="-10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подготовке</a:t>
            </a:r>
            <a:r>
              <a:rPr dirty="0" spc="-105" b="0">
                <a:latin typeface="Verdana"/>
                <a:cs typeface="Verdana"/>
              </a:rPr>
              <a:t> </a:t>
            </a:r>
            <a:r>
              <a:rPr dirty="0" spc="45" b="0">
                <a:latin typeface="Verdana"/>
                <a:cs typeface="Verdana"/>
              </a:rPr>
              <a:t>инновационного</a:t>
            </a:r>
            <a:r>
              <a:rPr dirty="0" spc="-65" b="0">
                <a:latin typeface="Verdana"/>
                <a:cs typeface="Verdana"/>
              </a:rPr>
              <a:t> </a:t>
            </a:r>
            <a:r>
              <a:rPr dirty="0" spc="50" b="0">
                <a:latin typeface="Verdana"/>
                <a:cs typeface="Verdana"/>
              </a:rPr>
              <a:t>решения</a:t>
            </a:r>
            <a:r>
              <a:rPr dirty="0" spc="-85" b="0">
                <a:latin typeface="Verdana"/>
                <a:cs typeface="Verdana"/>
              </a:rPr>
              <a:t> </a:t>
            </a:r>
            <a:r>
              <a:rPr dirty="0" b="0">
                <a:latin typeface="Verdana"/>
                <a:cs typeface="Verdana"/>
              </a:rPr>
              <a:t>для</a:t>
            </a:r>
            <a:r>
              <a:rPr dirty="0" spc="-90" b="0">
                <a:latin typeface="Verdana"/>
                <a:cs typeface="Verdana"/>
              </a:rPr>
              <a:t> </a:t>
            </a:r>
            <a:r>
              <a:rPr dirty="0" spc="-10" b="0">
                <a:latin typeface="Verdana"/>
                <a:cs typeface="Verdana"/>
              </a:rPr>
              <a:t>твоей победы!</a:t>
            </a:r>
          </a:p>
          <a:p>
            <a:pPr>
              <a:lnSpc>
                <a:spcPct val="100000"/>
              </a:lnSpc>
              <a:spcBef>
                <a:spcPts val="5"/>
              </a:spcBef>
            </a:p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 b="0">
                <a:latin typeface="Verdana"/>
                <a:cs typeface="Verdana"/>
              </a:rPr>
              <a:t>Удачи!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90375" cy="6858000"/>
            <a:chOff x="0" y="0"/>
            <a:chExt cx="1189037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90172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952500" y="1266825"/>
              <a:ext cx="3314700" cy="4933950"/>
            </a:xfrm>
            <a:custGeom>
              <a:avLst/>
              <a:gdLst/>
              <a:ahLst/>
              <a:cxnLst/>
              <a:rect l="l" t="t" r="r" b="b"/>
              <a:pathLst>
                <a:path w="3314700" h="4933950">
                  <a:moveTo>
                    <a:pt x="2989199" y="0"/>
                  </a:moveTo>
                  <a:lnTo>
                    <a:pt x="325500" y="0"/>
                  </a:lnTo>
                  <a:lnTo>
                    <a:pt x="277403" y="3530"/>
                  </a:lnTo>
                  <a:lnTo>
                    <a:pt x="231496" y="13786"/>
                  </a:lnTo>
                  <a:lnTo>
                    <a:pt x="188283" y="30263"/>
                  </a:lnTo>
                  <a:lnTo>
                    <a:pt x="148268" y="52456"/>
                  </a:lnTo>
                  <a:lnTo>
                    <a:pt x="111953" y="79861"/>
                  </a:lnTo>
                  <a:lnTo>
                    <a:pt x="79844" y="111974"/>
                  </a:lnTo>
                  <a:lnTo>
                    <a:pt x="52443" y="148290"/>
                  </a:lnTo>
                  <a:lnTo>
                    <a:pt x="30255" y="188305"/>
                  </a:lnTo>
                  <a:lnTo>
                    <a:pt x="13782" y="231515"/>
                  </a:lnTo>
                  <a:lnTo>
                    <a:pt x="3529" y="277415"/>
                  </a:lnTo>
                  <a:lnTo>
                    <a:pt x="0" y="325500"/>
                  </a:lnTo>
                  <a:lnTo>
                    <a:pt x="0" y="4608410"/>
                  </a:lnTo>
                  <a:lnTo>
                    <a:pt x="3529" y="4656517"/>
                  </a:lnTo>
                  <a:lnTo>
                    <a:pt x="13782" y="4702432"/>
                  </a:lnTo>
                  <a:lnTo>
                    <a:pt x="30255" y="4745651"/>
                  </a:lnTo>
                  <a:lnTo>
                    <a:pt x="52443" y="4785671"/>
                  </a:lnTo>
                  <a:lnTo>
                    <a:pt x="79844" y="4821989"/>
                  </a:lnTo>
                  <a:lnTo>
                    <a:pt x="111953" y="4854101"/>
                  </a:lnTo>
                  <a:lnTo>
                    <a:pt x="148268" y="4881504"/>
                  </a:lnTo>
                  <a:lnTo>
                    <a:pt x="188283" y="4903694"/>
                  </a:lnTo>
                  <a:lnTo>
                    <a:pt x="231496" y="4920167"/>
                  </a:lnTo>
                  <a:lnTo>
                    <a:pt x="277403" y="4930420"/>
                  </a:lnTo>
                  <a:lnTo>
                    <a:pt x="325500" y="4933950"/>
                  </a:lnTo>
                  <a:lnTo>
                    <a:pt x="2989199" y="4933950"/>
                  </a:lnTo>
                  <a:lnTo>
                    <a:pt x="3037284" y="4930420"/>
                  </a:lnTo>
                  <a:lnTo>
                    <a:pt x="3083184" y="4920167"/>
                  </a:lnTo>
                  <a:lnTo>
                    <a:pt x="3126394" y="4903694"/>
                  </a:lnTo>
                  <a:lnTo>
                    <a:pt x="3166409" y="4881504"/>
                  </a:lnTo>
                  <a:lnTo>
                    <a:pt x="3202725" y="4854101"/>
                  </a:lnTo>
                  <a:lnTo>
                    <a:pt x="3234838" y="4821989"/>
                  </a:lnTo>
                  <a:lnTo>
                    <a:pt x="3262243" y="4785671"/>
                  </a:lnTo>
                  <a:lnTo>
                    <a:pt x="3284436" y="4745651"/>
                  </a:lnTo>
                  <a:lnTo>
                    <a:pt x="3300913" y="4702432"/>
                  </a:lnTo>
                  <a:lnTo>
                    <a:pt x="3311169" y="4656517"/>
                  </a:lnTo>
                  <a:lnTo>
                    <a:pt x="3314700" y="4608410"/>
                  </a:lnTo>
                  <a:lnTo>
                    <a:pt x="3314700" y="325500"/>
                  </a:lnTo>
                  <a:lnTo>
                    <a:pt x="3311169" y="277415"/>
                  </a:lnTo>
                  <a:lnTo>
                    <a:pt x="3300913" y="231515"/>
                  </a:lnTo>
                  <a:lnTo>
                    <a:pt x="3284436" y="188305"/>
                  </a:lnTo>
                  <a:lnTo>
                    <a:pt x="3262243" y="148290"/>
                  </a:lnTo>
                  <a:lnTo>
                    <a:pt x="3234838" y="111974"/>
                  </a:lnTo>
                  <a:lnTo>
                    <a:pt x="3202725" y="79861"/>
                  </a:lnTo>
                  <a:lnTo>
                    <a:pt x="3166409" y="52456"/>
                  </a:lnTo>
                  <a:lnTo>
                    <a:pt x="3126394" y="30263"/>
                  </a:lnTo>
                  <a:lnTo>
                    <a:pt x="3083184" y="13786"/>
                  </a:lnTo>
                  <a:lnTo>
                    <a:pt x="3037284" y="3530"/>
                  </a:lnTo>
                  <a:lnTo>
                    <a:pt x="2989199" y="0"/>
                  </a:lnTo>
                  <a:close/>
                </a:path>
              </a:pathLst>
            </a:custGeom>
            <a:solidFill>
              <a:srgbClr val="75399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/>
          <p:nvPr/>
        </p:nvSpPr>
        <p:spPr>
          <a:xfrm>
            <a:off x="952500" y="409575"/>
            <a:ext cx="5143500" cy="619125"/>
          </a:xfrm>
          <a:custGeom>
            <a:avLst/>
            <a:gdLst/>
            <a:ahLst/>
            <a:cxnLst/>
            <a:rect l="l" t="t" r="r" b="b"/>
            <a:pathLst>
              <a:path w="5143500" h="619125">
                <a:moveTo>
                  <a:pt x="4993513" y="0"/>
                </a:moveTo>
                <a:lnTo>
                  <a:pt x="150012" y="0"/>
                </a:lnTo>
                <a:lnTo>
                  <a:pt x="102594" y="7649"/>
                </a:lnTo>
                <a:lnTo>
                  <a:pt x="61414" y="28947"/>
                </a:lnTo>
                <a:lnTo>
                  <a:pt x="28942" y="61420"/>
                </a:lnTo>
                <a:lnTo>
                  <a:pt x="7647" y="102591"/>
                </a:lnTo>
                <a:lnTo>
                  <a:pt x="0" y="149987"/>
                </a:lnTo>
                <a:lnTo>
                  <a:pt x="0" y="469138"/>
                </a:lnTo>
                <a:lnTo>
                  <a:pt x="7647" y="516533"/>
                </a:lnTo>
                <a:lnTo>
                  <a:pt x="28942" y="557704"/>
                </a:lnTo>
                <a:lnTo>
                  <a:pt x="61414" y="590177"/>
                </a:lnTo>
                <a:lnTo>
                  <a:pt x="102594" y="611475"/>
                </a:lnTo>
                <a:lnTo>
                  <a:pt x="150012" y="619125"/>
                </a:lnTo>
                <a:lnTo>
                  <a:pt x="4993513" y="619125"/>
                </a:lnTo>
                <a:lnTo>
                  <a:pt x="5040908" y="611475"/>
                </a:lnTo>
                <a:lnTo>
                  <a:pt x="5082079" y="590177"/>
                </a:lnTo>
                <a:lnTo>
                  <a:pt x="5114552" y="557704"/>
                </a:lnTo>
                <a:lnTo>
                  <a:pt x="5135850" y="516533"/>
                </a:lnTo>
                <a:lnTo>
                  <a:pt x="5143500" y="469138"/>
                </a:lnTo>
                <a:lnTo>
                  <a:pt x="5143500" y="149987"/>
                </a:lnTo>
                <a:lnTo>
                  <a:pt x="5135850" y="102591"/>
                </a:lnTo>
                <a:lnTo>
                  <a:pt x="5114552" y="61420"/>
                </a:lnTo>
                <a:lnTo>
                  <a:pt x="5082079" y="28947"/>
                </a:lnTo>
                <a:lnTo>
                  <a:pt x="5040908" y="7649"/>
                </a:lnTo>
                <a:lnTo>
                  <a:pt x="4993513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932" rIns="0" bIns="0" rtlCol="0" vert="horz">
            <a:spAutoFit/>
          </a:bodyPr>
          <a:lstStyle/>
          <a:p>
            <a:pPr marL="765810">
              <a:lnSpc>
                <a:spcPct val="100000"/>
              </a:lnSpc>
              <a:spcBef>
                <a:spcPts val="130"/>
              </a:spcBef>
            </a:pPr>
            <a:r>
              <a:rPr dirty="0" spc="114">
                <a:solidFill>
                  <a:srgbClr val="FFFFFF"/>
                </a:solidFill>
              </a:rPr>
              <a:t>СОДЕРЖАНИЕ</a:t>
            </a:r>
            <a:r>
              <a:rPr dirty="0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ПРЕЗЕНТАЦИИ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40738" y="1599628"/>
            <a:ext cx="22142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50" b="1">
                <a:solidFill>
                  <a:srgbClr val="FFFFFF"/>
                </a:solidFill>
                <a:latin typeface="Tahoma"/>
                <a:cs typeface="Tahoma"/>
              </a:rPr>
              <a:t>Титульный</a:t>
            </a:r>
            <a:r>
              <a:rPr dirty="0" sz="1800" spc="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30" b="1">
                <a:solidFill>
                  <a:srgbClr val="FFFFFF"/>
                </a:solidFill>
                <a:latin typeface="Tahoma"/>
                <a:cs typeface="Tahoma"/>
              </a:rPr>
              <a:t>слайд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0738" y="2364740"/>
            <a:ext cx="1951355" cy="2197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название</a:t>
            </a:r>
            <a:r>
              <a:rPr dirty="0" sz="1250" spc="-10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FFFFF"/>
                </a:solidFill>
                <a:latin typeface="Verdana"/>
                <a:cs typeface="Verdana"/>
              </a:rPr>
              <a:t>команды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0738" y="2764853"/>
            <a:ext cx="1774189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45">
                <a:solidFill>
                  <a:srgbClr val="FFFFFF"/>
                </a:solidFill>
                <a:latin typeface="Verdana"/>
                <a:cs typeface="Verdana"/>
              </a:rPr>
              <a:t>название</a:t>
            </a:r>
            <a:r>
              <a:rPr dirty="0" sz="125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задачи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0738" y="3165411"/>
            <a:ext cx="2212340" cy="421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98450" marR="5080" indent="-286385">
              <a:lnSpc>
                <a:spcPct val="105200"/>
              </a:lnSpc>
              <a:spcBef>
                <a:spcPts val="50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логотип</a:t>
            </a:r>
            <a:r>
              <a:rPr dirty="0" sz="1250" spc="1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35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dirty="0" sz="12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логотипы </a:t>
            </a:r>
            <a:r>
              <a:rPr dirty="0" sz="1250" spc="20">
                <a:solidFill>
                  <a:srgbClr val="FFFFFF"/>
                </a:solidFill>
                <a:latin typeface="Verdana"/>
                <a:cs typeface="Verdana"/>
              </a:rPr>
              <a:t>постановщика</a:t>
            </a:r>
            <a:r>
              <a:rPr dirty="0" sz="1250" spc="2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задачи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16355" y="5220080"/>
            <a:ext cx="2489835" cy="7550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500"/>
              </a:lnSpc>
              <a:spcBef>
                <a:spcPts val="125"/>
              </a:spcBef>
            </a:pPr>
            <a:r>
              <a:rPr dirty="0" sz="1250" spc="55" i="1">
                <a:solidFill>
                  <a:srgbClr val="FFD5E2"/>
                </a:solidFill>
                <a:latin typeface="Verdana"/>
                <a:cs typeface="Verdana"/>
              </a:rPr>
              <a:t>Используй</a:t>
            </a:r>
            <a:r>
              <a:rPr dirty="0" sz="1250" spc="-10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60" i="1">
                <a:solidFill>
                  <a:srgbClr val="FFD5E2"/>
                </a:solidFill>
                <a:latin typeface="Verdana"/>
                <a:cs typeface="Verdana"/>
              </a:rPr>
              <a:t>для</a:t>
            </a:r>
            <a:r>
              <a:rPr dirty="0" sz="1250" spc="-6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50" i="1">
                <a:solidFill>
                  <a:srgbClr val="FFD5E2"/>
                </a:solidFill>
                <a:latin typeface="Verdana"/>
                <a:cs typeface="Verdana"/>
              </a:rPr>
              <a:t>оформления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250" spc="85" i="1">
                <a:solidFill>
                  <a:srgbClr val="FFD5E2"/>
                </a:solidFill>
                <a:latin typeface="Verdana"/>
                <a:cs typeface="Verdana"/>
              </a:rPr>
              <a:t>слайд</a:t>
            </a:r>
            <a:r>
              <a:rPr dirty="0" sz="1250" spc="-60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-50" i="1">
                <a:solidFill>
                  <a:srgbClr val="FFD5E2"/>
                </a:solidFill>
                <a:latin typeface="Verdana"/>
                <a:cs typeface="Verdana"/>
              </a:rPr>
              <a:t>7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1200" spc="10" i="1">
                <a:solidFill>
                  <a:srgbClr val="FFD5E2"/>
                </a:solidFill>
                <a:latin typeface="Verdana"/>
                <a:cs typeface="Verdana"/>
              </a:rPr>
              <a:t>Обязательный</a:t>
            </a:r>
            <a:r>
              <a:rPr dirty="0" sz="1200" spc="10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00" spc="-20" i="1">
                <a:solidFill>
                  <a:srgbClr val="FFD5E2"/>
                </a:solidFill>
                <a:latin typeface="Verdana"/>
                <a:cs typeface="Verdana"/>
              </a:rPr>
              <a:t>блок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67250" y="1266825"/>
            <a:ext cx="3324225" cy="4933950"/>
          </a:xfrm>
          <a:custGeom>
            <a:avLst/>
            <a:gdLst/>
            <a:ahLst/>
            <a:cxnLst/>
            <a:rect l="l" t="t" r="r" b="b"/>
            <a:pathLst>
              <a:path w="3324225" h="4933950">
                <a:moveTo>
                  <a:pt x="2997707" y="0"/>
                </a:moveTo>
                <a:lnTo>
                  <a:pt x="326516" y="0"/>
                </a:lnTo>
                <a:lnTo>
                  <a:pt x="278264" y="3540"/>
                </a:lnTo>
                <a:lnTo>
                  <a:pt x="232211" y="13823"/>
                </a:lnTo>
                <a:lnTo>
                  <a:pt x="188861" y="30345"/>
                </a:lnTo>
                <a:lnTo>
                  <a:pt x="148720" y="52601"/>
                </a:lnTo>
                <a:lnTo>
                  <a:pt x="112293" y="80085"/>
                </a:lnTo>
                <a:lnTo>
                  <a:pt x="80085" y="112293"/>
                </a:lnTo>
                <a:lnTo>
                  <a:pt x="52601" y="148720"/>
                </a:lnTo>
                <a:lnTo>
                  <a:pt x="30345" y="188861"/>
                </a:lnTo>
                <a:lnTo>
                  <a:pt x="13823" y="232211"/>
                </a:lnTo>
                <a:lnTo>
                  <a:pt x="3540" y="278264"/>
                </a:lnTo>
                <a:lnTo>
                  <a:pt x="0" y="326516"/>
                </a:lnTo>
                <a:lnTo>
                  <a:pt x="0" y="4607483"/>
                </a:lnTo>
                <a:lnTo>
                  <a:pt x="3540" y="4655726"/>
                </a:lnTo>
                <a:lnTo>
                  <a:pt x="13823" y="4701771"/>
                </a:lnTo>
                <a:lnTo>
                  <a:pt x="30345" y="4745113"/>
                </a:lnTo>
                <a:lnTo>
                  <a:pt x="52601" y="4785247"/>
                </a:lnTo>
                <a:lnTo>
                  <a:pt x="80085" y="4821669"/>
                </a:lnTo>
                <a:lnTo>
                  <a:pt x="112293" y="4853873"/>
                </a:lnTo>
                <a:lnTo>
                  <a:pt x="148720" y="4881354"/>
                </a:lnTo>
                <a:lnTo>
                  <a:pt x="188861" y="4903607"/>
                </a:lnTo>
                <a:lnTo>
                  <a:pt x="232211" y="4920127"/>
                </a:lnTo>
                <a:lnTo>
                  <a:pt x="278264" y="4930410"/>
                </a:lnTo>
                <a:lnTo>
                  <a:pt x="326516" y="4933950"/>
                </a:lnTo>
                <a:lnTo>
                  <a:pt x="2997707" y="4933950"/>
                </a:lnTo>
                <a:lnTo>
                  <a:pt x="3045960" y="4930410"/>
                </a:lnTo>
                <a:lnTo>
                  <a:pt x="3092013" y="4920127"/>
                </a:lnTo>
                <a:lnTo>
                  <a:pt x="3135363" y="4903607"/>
                </a:lnTo>
                <a:lnTo>
                  <a:pt x="3175504" y="4881354"/>
                </a:lnTo>
                <a:lnTo>
                  <a:pt x="3211931" y="4853873"/>
                </a:lnTo>
                <a:lnTo>
                  <a:pt x="3244139" y="4821669"/>
                </a:lnTo>
                <a:lnTo>
                  <a:pt x="3271623" y="4785247"/>
                </a:lnTo>
                <a:lnTo>
                  <a:pt x="3293879" y="4745113"/>
                </a:lnTo>
                <a:lnTo>
                  <a:pt x="3310401" y="4701771"/>
                </a:lnTo>
                <a:lnTo>
                  <a:pt x="3320684" y="4655726"/>
                </a:lnTo>
                <a:lnTo>
                  <a:pt x="3324225" y="4607483"/>
                </a:lnTo>
                <a:lnTo>
                  <a:pt x="3324225" y="326516"/>
                </a:lnTo>
                <a:lnTo>
                  <a:pt x="3320684" y="278264"/>
                </a:lnTo>
                <a:lnTo>
                  <a:pt x="3310401" y="232211"/>
                </a:lnTo>
                <a:lnTo>
                  <a:pt x="3293879" y="188861"/>
                </a:lnTo>
                <a:lnTo>
                  <a:pt x="3271623" y="148720"/>
                </a:lnTo>
                <a:lnTo>
                  <a:pt x="3244139" y="112293"/>
                </a:lnTo>
                <a:lnTo>
                  <a:pt x="3211931" y="80085"/>
                </a:lnTo>
                <a:lnTo>
                  <a:pt x="3175504" y="52601"/>
                </a:lnTo>
                <a:lnTo>
                  <a:pt x="3135363" y="30345"/>
                </a:lnTo>
                <a:lnTo>
                  <a:pt x="3092013" y="13823"/>
                </a:lnTo>
                <a:lnTo>
                  <a:pt x="3045960" y="3540"/>
                </a:lnTo>
                <a:lnTo>
                  <a:pt x="2997707" y="0"/>
                </a:lnTo>
                <a:close/>
              </a:path>
            </a:pathLst>
          </a:custGeom>
          <a:solidFill>
            <a:srgbClr val="7539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065395" y="1599628"/>
            <a:ext cx="2450465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55" b="1">
                <a:solidFill>
                  <a:srgbClr val="FFFFFF"/>
                </a:solidFill>
                <a:latin typeface="Tahoma"/>
                <a:cs typeface="Tahoma"/>
              </a:rPr>
              <a:t>Слайды</a:t>
            </a:r>
            <a:r>
              <a:rPr dirty="0" sz="18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90" b="1">
                <a:solidFill>
                  <a:srgbClr val="FFFFFF"/>
                </a:solidFill>
                <a:latin typeface="Tahoma"/>
                <a:cs typeface="Tahoma"/>
              </a:rPr>
              <a:t>про</a:t>
            </a:r>
            <a:r>
              <a:rPr dirty="0" sz="1800" spc="-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Tahoma"/>
                <a:cs typeface="Tahoma"/>
              </a:rPr>
              <a:t>задачу </a:t>
            </a:r>
            <a:r>
              <a:rPr dirty="0" sz="1800" spc="90" b="1">
                <a:solidFill>
                  <a:srgbClr val="FFFFFF"/>
                </a:solidFill>
                <a:latin typeface="Tahoma"/>
                <a:cs typeface="Tahoma"/>
              </a:rPr>
              <a:t>и</a:t>
            </a:r>
            <a:r>
              <a:rPr dirty="0" sz="1800" spc="-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800" spc="40" b="1">
                <a:solidFill>
                  <a:srgbClr val="FFFFFF"/>
                </a:solidFill>
                <a:latin typeface="Tahoma"/>
                <a:cs typeface="Tahoma"/>
              </a:rPr>
              <a:t>команду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96890" y="2364740"/>
            <a:ext cx="2360930" cy="4108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описание</a:t>
            </a:r>
            <a:r>
              <a:rPr dirty="0" sz="12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сути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20">
                <a:solidFill>
                  <a:srgbClr val="FFFFFF"/>
                </a:solidFill>
                <a:latin typeface="Verdana"/>
                <a:cs typeface="Verdana"/>
              </a:rPr>
              <a:t>и</a:t>
            </a:r>
            <a:endParaRPr sz="12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</a:pPr>
            <a:r>
              <a:rPr dirty="0" sz="1250" spc="10">
                <a:solidFill>
                  <a:srgbClr val="FFFFFF"/>
                </a:solidFill>
                <a:latin typeface="Verdana"/>
                <a:cs typeface="Verdana"/>
              </a:rPr>
              <a:t>уникальности</a:t>
            </a:r>
            <a:r>
              <a:rPr dirty="0" sz="1250" spc="2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решения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96890" y="2955607"/>
            <a:ext cx="2239010" cy="42037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298450" marR="5080" indent="-286385">
              <a:lnSpc>
                <a:spcPct val="105100"/>
              </a:lnSpc>
              <a:spcBef>
                <a:spcPts val="50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план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FFFFF"/>
                </a:solidFill>
                <a:latin typeface="Verdana"/>
                <a:cs typeface="Verdana"/>
              </a:rPr>
              <a:t>по</a:t>
            </a:r>
            <a:r>
              <a:rPr dirty="0" sz="12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FFFFF"/>
                </a:solidFill>
                <a:latin typeface="Verdana"/>
                <a:cs typeface="Verdana"/>
              </a:rPr>
              <a:t>дальнейшему </a:t>
            </a: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развитию</a:t>
            </a:r>
            <a:r>
              <a:rPr dirty="0" sz="125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решения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6890" y="3556889"/>
            <a:ext cx="2417445" cy="4203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120">
                <a:solidFill>
                  <a:srgbClr val="FFFFFF"/>
                </a:solidFill>
                <a:latin typeface="Verdana"/>
                <a:cs typeface="Verdana"/>
              </a:rPr>
              <a:t>ФИО</a:t>
            </a:r>
            <a:r>
              <a:rPr dirty="0" sz="12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FFFFF"/>
                </a:solidFill>
                <a:latin typeface="Verdana"/>
                <a:cs typeface="Verdana"/>
              </a:rPr>
              <a:t>и</a:t>
            </a:r>
            <a:r>
              <a:rPr dirty="0" sz="1250" spc="-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контактные</a:t>
            </a:r>
            <a:endParaRPr sz="12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данные</a:t>
            </a:r>
            <a:r>
              <a:rPr dirty="0" sz="1250" spc="-5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всех</a:t>
            </a:r>
            <a:r>
              <a:rPr dirty="0" sz="1250" spc="-9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участников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96890" y="4157281"/>
            <a:ext cx="2356485" cy="8216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2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70">
                <a:solidFill>
                  <a:srgbClr val="FFFFFF"/>
                </a:solidFill>
                <a:latin typeface="Verdana"/>
                <a:cs typeface="Verdana"/>
              </a:rPr>
              <a:t>роли</a:t>
            </a:r>
            <a:r>
              <a:rPr dirty="0" sz="1250" spc="-1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в</a:t>
            </a:r>
            <a:r>
              <a:rPr dirty="0" sz="125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Verdana"/>
                <a:cs typeface="Verdana"/>
              </a:rPr>
              <a:t>команде</a:t>
            </a:r>
            <a:endParaRPr sz="12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Clr>
                <a:srgbClr val="FC0C50"/>
              </a:buClr>
              <a:buFont typeface="Arial MT"/>
              <a:buChar char="•"/>
            </a:pPr>
            <a:endParaRPr sz="1250">
              <a:latin typeface="Verdana"/>
              <a:cs typeface="Verdana"/>
            </a:endParaRPr>
          </a:p>
          <a:p>
            <a:pPr marL="298450" marR="5080" indent="-286385">
              <a:lnSpc>
                <a:spcPct val="105200"/>
              </a:lnSpc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сложности</a:t>
            </a:r>
            <a:r>
              <a:rPr dirty="0" sz="125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70">
                <a:solidFill>
                  <a:srgbClr val="FFFFFF"/>
                </a:solidFill>
                <a:latin typeface="Verdana"/>
                <a:cs typeface="Verdana"/>
              </a:rPr>
              <a:t>и</a:t>
            </a: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вызовы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Verdana"/>
                <a:cs typeface="Verdana"/>
              </a:rPr>
              <a:t>во </a:t>
            </a:r>
            <a:r>
              <a:rPr dirty="0" sz="1250" spc="75">
                <a:solidFill>
                  <a:srgbClr val="FFFFFF"/>
                </a:solidFill>
                <a:latin typeface="Verdana"/>
                <a:cs typeface="Verdana"/>
              </a:rPr>
              <a:t>время</a:t>
            </a:r>
            <a:r>
              <a:rPr dirty="0" sz="125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65">
                <a:solidFill>
                  <a:srgbClr val="FFFFFF"/>
                </a:solidFill>
                <a:latin typeface="Verdana"/>
                <a:cs typeface="Verdana"/>
              </a:rPr>
              <a:t>решения</a:t>
            </a:r>
            <a:r>
              <a:rPr dirty="0" sz="125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задачи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5395" y="5199316"/>
            <a:ext cx="2484120" cy="4114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55" i="1">
                <a:solidFill>
                  <a:srgbClr val="FFD5E2"/>
                </a:solidFill>
                <a:latin typeface="Verdana"/>
                <a:cs typeface="Verdana"/>
              </a:rPr>
              <a:t>Используй</a:t>
            </a:r>
            <a:r>
              <a:rPr dirty="0" sz="1250" spc="-10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60" i="1">
                <a:solidFill>
                  <a:srgbClr val="FFD5E2"/>
                </a:solidFill>
                <a:latin typeface="Verdana"/>
                <a:cs typeface="Verdana"/>
              </a:rPr>
              <a:t>для</a:t>
            </a:r>
            <a:r>
              <a:rPr dirty="0" sz="1250" spc="-7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50" i="1">
                <a:solidFill>
                  <a:srgbClr val="FFD5E2"/>
                </a:solidFill>
                <a:latin typeface="Verdana"/>
                <a:cs typeface="Verdana"/>
              </a:rPr>
              <a:t>оформления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65" i="1">
                <a:solidFill>
                  <a:srgbClr val="FFD5E2"/>
                </a:solidFill>
                <a:latin typeface="Verdana"/>
                <a:cs typeface="Verdana"/>
              </a:rPr>
              <a:t>слайды</a:t>
            </a:r>
            <a:r>
              <a:rPr dirty="0" sz="1250" spc="20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50" spc="-45" i="1">
                <a:solidFill>
                  <a:srgbClr val="FFD5E2"/>
                </a:solidFill>
                <a:latin typeface="Verdana"/>
                <a:cs typeface="Verdana"/>
              </a:rPr>
              <a:t>8-</a:t>
            </a:r>
            <a:r>
              <a:rPr dirty="0" sz="1250" spc="-385" i="1">
                <a:solidFill>
                  <a:srgbClr val="FFD5E2"/>
                </a:solidFill>
                <a:latin typeface="Verdana"/>
                <a:cs typeface="Verdana"/>
              </a:rPr>
              <a:t>11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41265" y="5766117"/>
            <a:ext cx="16370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0" i="1">
                <a:solidFill>
                  <a:srgbClr val="FFD5E2"/>
                </a:solidFill>
                <a:latin typeface="Verdana"/>
                <a:cs typeface="Verdana"/>
              </a:rPr>
              <a:t>Обязательный</a:t>
            </a:r>
            <a:r>
              <a:rPr dirty="0" sz="1200" spc="75" i="1">
                <a:solidFill>
                  <a:srgbClr val="FFD5E2"/>
                </a:solidFill>
                <a:latin typeface="Verdana"/>
                <a:cs typeface="Verdana"/>
              </a:rPr>
              <a:t> </a:t>
            </a:r>
            <a:r>
              <a:rPr dirty="0" sz="1200" spc="-20" i="1">
                <a:solidFill>
                  <a:srgbClr val="FFD5E2"/>
                </a:solidFill>
                <a:latin typeface="Verdana"/>
                <a:cs typeface="Verdana"/>
              </a:rPr>
              <a:t>блок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62950" y="1266825"/>
            <a:ext cx="3314700" cy="4933950"/>
          </a:xfrm>
          <a:custGeom>
            <a:avLst/>
            <a:gdLst/>
            <a:ahLst/>
            <a:cxnLst/>
            <a:rect l="l" t="t" r="r" b="b"/>
            <a:pathLst>
              <a:path w="3314700" h="4933950">
                <a:moveTo>
                  <a:pt x="2989199" y="0"/>
                </a:moveTo>
                <a:lnTo>
                  <a:pt x="325500" y="0"/>
                </a:lnTo>
                <a:lnTo>
                  <a:pt x="277415" y="3530"/>
                </a:lnTo>
                <a:lnTo>
                  <a:pt x="231515" y="13786"/>
                </a:lnTo>
                <a:lnTo>
                  <a:pt x="188305" y="30263"/>
                </a:lnTo>
                <a:lnTo>
                  <a:pt x="148290" y="52456"/>
                </a:lnTo>
                <a:lnTo>
                  <a:pt x="111974" y="79861"/>
                </a:lnTo>
                <a:lnTo>
                  <a:pt x="79861" y="111974"/>
                </a:lnTo>
                <a:lnTo>
                  <a:pt x="52456" y="148290"/>
                </a:lnTo>
                <a:lnTo>
                  <a:pt x="30263" y="188305"/>
                </a:lnTo>
                <a:lnTo>
                  <a:pt x="13786" y="231515"/>
                </a:lnTo>
                <a:lnTo>
                  <a:pt x="3530" y="277415"/>
                </a:lnTo>
                <a:lnTo>
                  <a:pt x="0" y="325500"/>
                </a:lnTo>
                <a:lnTo>
                  <a:pt x="0" y="4608410"/>
                </a:lnTo>
                <a:lnTo>
                  <a:pt x="3530" y="4656517"/>
                </a:lnTo>
                <a:lnTo>
                  <a:pt x="13786" y="4702432"/>
                </a:lnTo>
                <a:lnTo>
                  <a:pt x="30263" y="4745651"/>
                </a:lnTo>
                <a:lnTo>
                  <a:pt x="52456" y="4785671"/>
                </a:lnTo>
                <a:lnTo>
                  <a:pt x="79861" y="4821989"/>
                </a:lnTo>
                <a:lnTo>
                  <a:pt x="111974" y="4854101"/>
                </a:lnTo>
                <a:lnTo>
                  <a:pt x="148290" y="4881504"/>
                </a:lnTo>
                <a:lnTo>
                  <a:pt x="188305" y="4903694"/>
                </a:lnTo>
                <a:lnTo>
                  <a:pt x="231515" y="4920167"/>
                </a:lnTo>
                <a:lnTo>
                  <a:pt x="277415" y="4930420"/>
                </a:lnTo>
                <a:lnTo>
                  <a:pt x="325500" y="4933950"/>
                </a:lnTo>
                <a:lnTo>
                  <a:pt x="2989199" y="4933950"/>
                </a:lnTo>
                <a:lnTo>
                  <a:pt x="3037284" y="4930420"/>
                </a:lnTo>
                <a:lnTo>
                  <a:pt x="3083184" y="4920167"/>
                </a:lnTo>
                <a:lnTo>
                  <a:pt x="3126394" y="4903694"/>
                </a:lnTo>
                <a:lnTo>
                  <a:pt x="3166409" y="4881504"/>
                </a:lnTo>
                <a:lnTo>
                  <a:pt x="3202725" y="4854101"/>
                </a:lnTo>
                <a:lnTo>
                  <a:pt x="3234838" y="4821989"/>
                </a:lnTo>
                <a:lnTo>
                  <a:pt x="3262243" y="4785671"/>
                </a:lnTo>
                <a:lnTo>
                  <a:pt x="3284436" y="4745651"/>
                </a:lnTo>
                <a:lnTo>
                  <a:pt x="3300913" y="4702432"/>
                </a:lnTo>
                <a:lnTo>
                  <a:pt x="3311169" y="4656517"/>
                </a:lnTo>
                <a:lnTo>
                  <a:pt x="3314700" y="4608410"/>
                </a:lnTo>
                <a:lnTo>
                  <a:pt x="3314700" y="325500"/>
                </a:lnTo>
                <a:lnTo>
                  <a:pt x="3311169" y="277415"/>
                </a:lnTo>
                <a:lnTo>
                  <a:pt x="3300913" y="231515"/>
                </a:lnTo>
                <a:lnTo>
                  <a:pt x="3284436" y="188305"/>
                </a:lnTo>
                <a:lnTo>
                  <a:pt x="3262243" y="148290"/>
                </a:lnTo>
                <a:lnTo>
                  <a:pt x="3234838" y="111974"/>
                </a:lnTo>
                <a:lnTo>
                  <a:pt x="3202725" y="79861"/>
                </a:lnTo>
                <a:lnTo>
                  <a:pt x="3166409" y="52456"/>
                </a:lnTo>
                <a:lnTo>
                  <a:pt x="3126394" y="30263"/>
                </a:lnTo>
                <a:lnTo>
                  <a:pt x="3083184" y="13786"/>
                </a:lnTo>
                <a:lnTo>
                  <a:pt x="3037284" y="3530"/>
                </a:lnTo>
                <a:lnTo>
                  <a:pt x="2989199" y="0"/>
                </a:lnTo>
                <a:close/>
              </a:path>
            </a:pathLst>
          </a:custGeom>
          <a:solidFill>
            <a:srgbClr val="966BA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762745" y="1599628"/>
            <a:ext cx="1685925" cy="57658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800" spc="55" b="1">
                <a:solidFill>
                  <a:srgbClr val="FFFFFF"/>
                </a:solidFill>
                <a:latin typeface="Tahoma"/>
                <a:cs typeface="Tahoma"/>
              </a:rPr>
              <a:t>Презентация </a:t>
            </a:r>
            <a:r>
              <a:rPr dirty="0" sz="1800" spc="70" b="1">
                <a:solidFill>
                  <a:srgbClr val="FFFFFF"/>
                </a:solidFill>
                <a:latin typeface="Tahoma"/>
                <a:cs typeface="Tahoma"/>
              </a:rPr>
              <a:t>решения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62745" y="2364740"/>
            <a:ext cx="2584450" cy="81153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8450" marR="5080" indent="-286385">
              <a:lnSpc>
                <a:spcPct val="102600"/>
              </a:lnSpc>
              <a:spcBef>
                <a:spcPts val="8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рекомендуемая</a:t>
            </a:r>
            <a:r>
              <a:rPr dirty="0" sz="1250" spc="-6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структура </a:t>
            </a:r>
            <a:r>
              <a:rPr dirty="0" sz="1250" spc="55">
                <a:solidFill>
                  <a:srgbClr val="FFFFFF"/>
                </a:solidFill>
                <a:latin typeface="Verdana"/>
                <a:cs typeface="Verdana"/>
              </a:rPr>
              <a:t>полной</a:t>
            </a:r>
            <a:r>
              <a:rPr dirty="0" sz="12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40">
                <a:solidFill>
                  <a:srgbClr val="FFFFFF"/>
                </a:solidFill>
                <a:latin typeface="Verdana"/>
                <a:cs typeface="Verdana"/>
              </a:rPr>
              <a:t>презентации </a:t>
            </a:r>
            <a:r>
              <a:rPr dirty="0" sz="1250" spc="65">
                <a:solidFill>
                  <a:srgbClr val="FFFFFF"/>
                </a:solidFill>
                <a:latin typeface="Verdana"/>
                <a:cs typeface="Verdana"/>
              </a:rPr>
              <a:t>решения</a:t>
            </a:r>
            <a:r>
              <a:rPr dirty="0" sz="1250" spc="-7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45">
                <a:solidFill>
                  <a:srgbClr val="FFFFFF"/>
                </a:solidFill>
                <a:latin typeface="Verdana"/>
                <a:cs typeface="Verdana"/>
              </a:rPr>
              <a:t>приведена</a:t>
            </a:r>
            <a:endParaRPr sz="1250">
              <a:latin typeface="Verdana"/>
              <a:cs typeface="Verdana"/>
            </a:endParaRPr>
          </a:p>
          <a:p>
            <a:pPr marL="298450">
              <a:lnSpc>
                <a:spcPct val="100000"/>
              </a:lnSpc>
              <a:spcBef>
                <a:spcPts val="75"/>
              </a:spcBef>
            </a:pP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на</a:t>
            </a:r>
            <a:r>
              <a:rPr dirty="0" sz="1250" spc="-8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60">
                <a:solidFill>
                  <a:srgbClr val="FFFFFF"/>
                </a:solidFill>
                <a:latin typeface="Verdana"/>
                <a:cs typeface="Verdana"/>
              </a:rPr>
              <a:t>следующем</a:t>
            </a:r>
            <a:r>
              <a:rPr dirty="0" sz="125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FFFFFF"/>
                </a:solidFill>
                <a:latin typeface="Verdana"/>
                <a:cs typeface="Verdana"/>
              </a:rPr>
              <a:t>слайде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62745" y="3356292"/>
            <a:ext cx="2287270" cy="81153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98450" marR="5080" indent="-286385">
              <a:lnSpc>
                <a:spcPct val="103499"/>
              </a:lnSpc>
              <a:spcBef>
                <a:spcPts val="75"/>
              </a:spcBef>
              <a:buClr>
                <a:srgbClr val="FC0C50"/>
              </a:buClr>
              <a:buFont typeface="Arial MT"/>
              <a:buChar char="•"/>
              <a:tabLst>
                <a:tab pos="298450" algn="l"/>
              </a:tabLst>
            </a:pP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этот</a:t>
            </a:r>
            <a:r>
              <a:rPr dirty="0" sz="125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>
                <a:solidFill>
                  <a:srgbClr val="FFFFFF"/>
                </a:solidFill>
                <a:latin typeface="Verdana"/>
                <a:cs typeface="Verdana"/>
              </a:rPr>
              <a:t>блок</a:t>
            </a:r>
            <a:r>
              <a:rPr dirty="0" sz="1250" spc="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должен</a:t>
            </a:r>
            <a:r>
              <a:rPr dirty="0" sz="1250" spc="-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Verdana"/>
                <a:cs typeface="Verdana"/>
              </a:rPr>
              <a:t>быть </a:t>
            </a:r>
            <a:r>
              <a:rPr dirty="0" sz="1250" spc="70">
                <a:solidFill>
                  <a:srgbClr val="FFFFFF"/>
                </a:solidFill>
                <a:latin typeface="Verdana"/>
                <a:cs typeface="Verdana"/>
              </a:rPr>
              <a:t>размещен</a:t>
            </a:r>
            <a:r>
              <a:rPr dirty="0" sz="1250" spc="-9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-20">
                <a:solidFill>
                  <a:srgbClr val="FFFFFF"/>
                </a:solidFill>
                <a:latin typeface="Verdana"/>
                <a:cs typeface="Verdana"/>
              </a:rPr>
              <a:t>после </a:t>
            </a:r>
            <a:r>
              <a:rPr dirty="0" sz="1250" spc="45">
                <a:solidFill>
                  <a:srgbClr val="FFFFFF"/>
                </a:solidFill>
                <a:latin typeface="Verdana"/>
                <a:cs typeface="Verdana"/>
              </a:rPr>
              <a:t>описанных</a:t>
            </a:r>
            <a:r>
              <a:rPr dirty="0" sz="1250" spc="-14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35">
                <a:solidFill>
                  <a:srgbClr val="FFFFFF"/>
                </a:solidFill>
                <a:latin typeface="Verdana"/>
                <a:cs typeface="Verdana"/>
              </a:rPr>
              <a:t>общих </a:t>
            </a:r>
            <a:r>
              <a:rPr dirty="0" sz="1250" spc="10">
                <a:solidFill>
                  <a:srgbClr val="FFFFFF"/>
                </a:solidFill>
                <a:latin typeface="Verdana"/>
                <a:cs typeface="Verdana"/>
              </a:rPr>
              <a:t>обязательных</a:t>
            </a:r>
            <a:r>
              <a:rPr dirty="0" sz="1250" spc="12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50" spc="50">
                <a:solidFill>
                  <a:srgbClr val="FFFFFF"/>
                </a:solidFill>
                <a:latin typeface="Verdana"/>
                <a:cs typeface="Verdana"/>
              </a:rPr>
              <a:t>слайдов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62745" y="5199316"/>
            <a:ext cx="2489835" cy="4114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spc="55" i="1">
                <a:solidFill>
                  <a:srgbClr val="FDD6E3"/>
                </a:solidFill>
                <a:latin typeface="Verdana"/>
                <a:cs typeface="Verdana"/>
              </a:rPr>
              <a:t>Используй</a:t>
            </a:r>
            <a:r>
              <a:rPr dirty="0" sz="1250" spc="-100" i="1">
                <a:solidFill>
                  <a:srgbClr val="FDD6E3"/>
                </a:solidFill>
                <a:latin typeface="Verdana"/>
                <a:cs typeface="Verdana"/>
              </a:rPr>
              <a:t> </a:t>
            </a:r>
            <a:r>
              <a:rPr dirty="0" sz="1250" spc="60" i="1">
                <a:solidFill>
                  <a:srgbClr val="FDD6E3"/>
                </a:solidFill>
                <a:latin typeface="Verdana"/>
                <a:cs typeface="Verdana"/>
              </a:rPr>
              <a:t>для</a:t>
            </a:r>
            <a:r>
              <a:rPr dirty="0" sz="1250" spc="-60" i="1">
                <a:solidFill>
                  <a:srgbClr val="FDD6E3"/>
                </a:solidFill>
                <a:latin typeface="Verdana"/>
                <a:cs typeface="Verdana"/>
              </a:rPr>
              <a:t> </a:t>
            </a:r>
            <a:r>
              <a:rPr dirty="0" sz="1250" spc="50" i="1">
                <a:solidFill>
                  <a:srgbClr val="FDD6E3"/>
                </a:solidFill>
                <a:latin typeface="Verdana"/>
                <a:cs typeface="Verdana"/>
              </a:rPr>
              <a:t>оформления</a:t>
            </a:r>
            <a:endParaRPr sz="12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50" spc="80" i="1">
                <a:solidFill>
                  <a:srgbClr val="FDD6E3"/>
                </a:solidFill>
                <a:latin typeface="Verdana"/>
                <a:cs typeface="Verdana"/>
              </a:rPr>
              <a:t>шаблоны</a:t>
            </a:r>
            <a:r>
              <a:rPr dirty="0" sz="1250" spc="-75" i="1">
                <a:solidFill>
                  <a:srgbClr val="FDD6E3"/>
                </a:solidFill>
                <a:latin typeface="Verdana"/>
                <a:cs typeface="Verdana"/>
              </a:rPr>
              <a:t> </a:t>
            </a:r>
            <a:r>
              <a:rPr dirty="0" sz="1250" spc="70" i="1">
                <a:solidFill>
                  <a:srgbClr val="FDD6E3"/>
                </a:solidFill>
                <a:latin typeface="Verdana"/>
                <a:cs typeface="Verdana"/>
              </a:rPr>
              <a:t>на</a:t>
            </a:r>
            <a:r>
              <a:rPr dirty="0" sz="1250" spc="-30" i="1">
                <a:solidFill>
                  <a:srgbClr val="FDD6E3"/>
                </a:solidFill>
                <a:latin typeface="Verdana"/>
                <a:cs typeface="Verdana"/>
              </a:rPr>
              <a:t> </a:t>
            </a:r>
            <a:r>
              <a:rPr dirty="0" sz="1250" spc="70" i="1">
                <a:solidFill>
                  <a:srgbClr val="FDD6E3"/>
                </a:solidFill>
                <a:latin typeface="Verdana"/>
                <a:cs typeface="Verdana"/>
              </a:rPr>
              <a:t>слайдах</a:t>
            </a:r>
            <a:r>
              <a:rPr dirty="0" sz="1250" spc="-45" i="1">
                <a:solidFill>
                  <a:srgbClr val="FDD6E3"/>
                </a:solidFill>
                <a:latin typeface="Verdana"/>
                <a:cs typeface="Verdana"/>
              </a:rPr>
              <a:t> </a:t>
            </a:r>
            <a:r>
              <a:rPr dirty="0" sz="1250" spc="-170" i="1">
                <a:solidFill>
                  <a:srgbClr val="FDD6E3"/>
                </a:solidFill>
                <a:latin typeface="Verdana"/>
                <a:cs typeface="Verdana"/>
              </a:rPr>
              <a:t>12-</a:t>
            </a:r>
            <a:r>
              <a:rPr dirty="0" sz="1250" spc="-25" i="1">
                <a:solidFill>
                  <a:srgbClr val="FDD6E3"/>
                </a:solidFill>
                <a:latin typeface="Verdana"/>
                <a:cs typeface="Verdana"/>
              </a:rPr>
              <a:t>29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952500" y="409575"/>
            <a:ext cx="7353300" cy="619125"/>
          </a:xfrm>
          <a:custGeom>
            <a:avLst/>
            <a:gdLst/>
            <a:ahLst/>
            <a:cxnLst/>
            <a:rect l="l" t="t" r="r" b="b"/>
            <a:pathLst>
              <a:path w="7353300" h="619125">
                <a:moveTo>
                  <a:pt x="7203313" y="0"/>
                </a:moveTo>
                <a:lnTo>
                  <a:pt x="150012" y="0"/>
                </a:lnTo>
                <a:lnTo>
                  <a:pt x="102594" y="7649"/>
                </a:lnTo>
                <a:lnTo>
                  <a:pt x="61414" y="28947"/>
                </a:lnTo>
                <a:lnTo>
                  <a:pt x="28942" y="61420"/>
                </a:lnTo>
                <a:lnTo>
                  <a:pt x="7647" y="102591"/>
                </a:lnTo>
                <a:lnTo>
                  <a:pt x="0" y="149987"/>
                </a:lnTo>
                <a:lnTo>
                  <a:pt x="0" y="469138"/>
                </a:lnTo>
                <a:lnTo>
                  <a:pt x="7647" y="516533"/>
                </a:lnTo>
                <a:lnTo>
                  <a:pt x="28942" y="557704"/>
                </a:lnTo>
                <a:lnTo>
                  <a:pt x="61414" y="590177"/>
                </a:lnTo>
                <a:lnTo>
                  <a:pt x="102594" y="611475"/>
                </a:lnTo>
                <a:lnTo>
                  <a:pt x="150012" y="619125"/>
                </a:lnTo>
                <a:lnTo>
                  <a:pt x="7203313" y="619125"/>
                </a:lnTo>
                <a:lnTo>
                  <a:pt x="7250708" y="611475"/>
                </a:lnTo>
                <a:lnTo>
                  <a:pt x="7291879" y="590177"/>
                </a:lnTo>
                <a:lnTo>
                  <a:pt x="7324352" y="557704"/>
                </a:lnTo>
                <a:lnTo>
                  <a:pt x="7345650" y="516533"/>
                </a:lnTo>
                <a:lnTo>
                  <a:pt x="7353300" y="469138"/>
                </a:lnTo>
                <a:lnTo>
                  <a:pt x="7353300" y="149987"/>
                </a:lnTo>
                <a:lnTo>
                  <a:pt x="7345650" y="102591"/>
                </a:lnTo>
                <a:lnTo>
                  <a:pt x="7324352" y="61420"/>
                </a:lnTo>
                <a:lnTo>
                  <a:pt x="7291879" y="28947"/>
                </a:lnTo>
                <a:lnTo>
                  <a:pt x="7250708" y="7649"/>
                </a:lnTo>
                <a:lnTo>
                  <a:pt x="7203313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932" rIns="0" bIns="0" rtlCol="0" vert="horz">
            <a:spAutoFit/>
          </a:bodyPr>
          <a:lstStyle/>
          <a:p>
            <a:pPr marL="765810">
              <a:lnSpc>
                <a:spcPct val="100000"/>
              </a:lnSpc>
              <a:spcBef>
                <a:spcPts val="130"/>
              </a:spcBef>
            </a:pPr>
            <a:r>
              <a:rPr dirty="0" spc="114">
                <a:solidFill>
                  <a:srgbClr val="FFFFFF"/>
                </a:solidFill>
              </a:rPr>
              <a:t>РЕКОМЕНДУЕМАЯ</a:t>
            </a:r>
            <a:r>
              <a:rPr dirty="0" spc="-40">
                <a:solidFill>
                  <a:srgbClr val="FFFFFF"/>
                </a:solidFill>
              </a:rPr>
              <a:t> </a:t>
            </a:r>
            <a:r>
              <a:rPr dirty="0" spc="100">
                <a:solidFill>
                  <a:srgbClr val="FFFFFF"/>
                </a:solidFill>
              </a:rPr>
              <a:t>СТРУКТУРА</a:t>
            </a:r>
            <a:r>
              <a:rPr dirty="0" spc="-15">
                <a:solidFill>
                  <a:srgbClr val="FFFFFF"/>
                </a:solidFill>
              </a:rPr>
              <a:t> </a:t>
            </a:r>
            <a:r>
              <a:rPr dirty="0" spc="90">
                <a:solidFill>
                  <a:srgbClr val="FFFFFF"/>
                </a:solidFill>
              </a:rPr>
              <a:t>ПРЕЗЕНТАЦИИ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40738" y="1193165"/>
            <a:ext cx="3070225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0" b="1">
                <a:latin typeface="Tahoma"/>
                <a:cs typeface="Tahoma"/>
              </a:rPr>
              <a:t>Для</a:t>
            </a:r>
            <a:r>
              <a:rPr dirty="0" sz="1550" spc="-20" b="1">
                <a:latin typeface="Tahoma"/>
                <a:cs typeface="Tahoma"/>
              </a:rPr>
              <a:t> </a:t>
            </a:r>
            <a:r>
              <a:rPr dirty="0" sz="1550" spc="75" b="1">
                <a:latin typeface="Tahoma"/>
                <a:cs typeface="Tahoma"/>
              </a:rPr>
              <a:t>продуктовых</a:t>
            </a:r>
            <a:r>
              <a:rPr dirty="0" sz="1550" spc="-35" b="1">
                <a:latin typeface="Tahoma"/>
                <a:cs typeface="Tahoma"/>
              </a:rPr>
              <a:t> </a:t>
            </a:r>
            <a:r>
              <a:rPr dirty="0" sz="1550" spc="95" b="1">
                <a:latin typeface="Tahoma"/>
                <a:cs typeface="Tahoma"/>
              </a:rPr>
              <a:t>решений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08455" y="1960244"/>
            <a:ext cx="1246505" cy="1402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5"/>
              </a:spcBef>
            </a:pPr>
            <a:r>
              <a:rPr dirty="0" sz="3600" spc="-370" b="1">
                <a:solidFill>
                  <a:srgbClr val="FF0052"/>
                </a:solidFill>
                <a:latin typeface="Tahoma"/>
                <a:cs typeface="Tahoma"/>
              </a:rPr>
              <a:t>01</a:t>
            </a:r>
            <a:endParaRPr sz="3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1360"/>
              </a:spcBef>
            </a:pPr>
            <a:r>
              <a:rPr dirty="0" sz="1550" spc="75">
                <a:latin typeface="Verdana"/>
                <a:cs typeface="Verdana"/>
              </a:rPr>
              <a:t>Подробное </a:t>
            </a:r>
            <a:r>
              <a:rPr dirty="0" sz="1550" spc="55">
                <a:latin typeface="Verdana"/>
                <a:cs typeface="Verdana"/>
              </a:rPr>
              <a:t>описание </a:t>
            </a:r>
            <a:r>
              <a:rPr dirty="0" sz="1550" spc="75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47850" y="17955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7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7"/>
                </a:lnTo>
                <a:lnTo>
                  <a:pt x="2337025" y="1785064"/>
                </a:lnTo>
                <a:lnTo>
                  <a:pt x="2308193" y="1822354"/>
                </a:lnTo>
                <a:lnTo>
                  <a:pt x="2270872" y="1851156"/>
                </a:lnTo>
                <a:lnTo>
                  <a:pt x="2226821" y="1869721"/>
                </a:lnTo>
                <a:lnTo>
                  <a:pt x="2177796" y="1876298"/>
                </a:lnTo>
                <a:lnTo>
                  <a:pt x="184277" y="1876298"/>
                </a:lnTo>
                <a:lnTo>
                  <a:pt x="135260" y="1869721"/>
                </a:lnTo>
                <a:lnTo>
                  <a:pt x="91233" y="1851156"/>
                </a:lnTo>
                <a:lnTo>
                  <a:pt x="53943" y="1822354"/>
                </a:lnTo>
                <a:lnTo>
                  <a:pt x="25141" y="1785064"/>
                </a:lnTo>
                <a:lnTo>
                  <a:pt x="6576" y="1741037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192904" y="1960244"/>
            <a:ext cx="1689100" cy="1183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25" b="1">
                <a:solidFill>
                  <a:srgbClr val="FF0052"/>
                </a:solidFill>
                <a:latin typeface="Tahoma"/>
                <a:cs typeface="Tahoma"/>
              </a:rPr>
              <a:t>02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ts val="1795"/>
              </a:lnSpc>
              <a:spcBef>
                <a:spcPts val="1195"/>
              </a:spcBef>
            </a:pPr>
            <a:r>
              <a:rPr dirty="0" sz="1550" spc="50">
                <a:latin typeface="Verdana"/>
                <a:cs typeface="Verdana"/>
              </a:rPr>
              <a:t>Маркетинговая</a:t>
            </a:r>
            <a:endParaRPr sz="1550">
              <a:latin typeface="Verdana"/>
              <a:cs typeface="Verdana"/>
            </a:endParaRPr>
          </a:p>
          <a:p>
            <a:pPr marL="12700">
              <a:lnSpc>
                <a:spcPts val="1795"/>
              </a:lnSpc>
            </a:pPr>
            <a:r>
              <a:rPr dirty="0" sz="1550">
                <a:latin typeface="Verdana"/>
                <a:cs typeface="Verdana"/>
              </a:rPr>
              <a:t>часть</a:t>
            </a:r>
            <a:r>
              <a:rPr dirty="0" sz="1550" spc="-65">
                <a:latin typeface="Verdana"/>
                <a:cs typeface="Verdana"/>
              </a:rPr>
              <a:t> </a:t>
            </a:r>
            <a:r>
              <a:rPr dirty="0" sz="1550" spc="70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10076" y="17955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6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7"/>
                </a:lnTo>
                <a:lnTo>
                  <a:pt x="2337025" y="1785064"/>
                </a:lnTo>
                <a:lnTo>
                  <a:pt x="2308193" y="1822354"/>
                </a:lnTo>
                <a:lnTo>
                  <a:pt x="2270872" y="1851156"/>
                </a:lnTo>
                <a:lnTo>
                  <a:pt x="2226821" y="1869721"/>
                </a:lnTo>
                <a:lnTo>
                  <a:pt x="2177796" y="1876298"/>
                </a:lnTo>
                <a:lnTo>
                  <a:pt x="184276" y="1876298"/>
                </a:lnTo>
                <a:lnTo>
                  <a:pt x="135260" y="1869721"/>
                </a:lnTo>
                <a:lnTo>
                  <a:pt x="91233" y="1851156"/>
                </a:lnTo>
                <a:lnTo>
                  <a:pt x="53943" y="1822354"/>
                </a:lnTo>
                <a:lnTo>
                  <a:pt x="25141" y="1785064"/>
                </a:lnTo>
                <a:lnTo>
                  <a:pt x="6576" y="1741037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77101" y="1960244"/>
            <a:ext cx="1586865" cy="1402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105"/>
              </a:spcBef>
            </a:pPr>
            <a:r>
              <a:rPr dirty="0" sz="3600" spc="-25" b="1">
                <a:solidFill>
                  <a:srgbClr val="FF0052"/>
                </a:solidFill>
                <a:latin typeface="Tahoma"/>
                <a:cs typeface="Tahoma"/>
              </a:rPr>
              <a:t>03</a:t>
            </a:r>
            <a:endParaRPr sz="3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1360"/>
              </a:spcBef>
            </a:pPr>
            <a:r>
              <a:rPr dirty="0" sz="1550" spc="45">
                <a:latin typeface="Verdana"/>
                <a:cs typeface="Verdana"/>
              </a:rPr>
              <a:t>Бизнесовая </a:t>
            </a:r>
            <a:r>
              <a:rPr dirty="0" sz="1550" spc="35">
                <a:latin typeface="Verdana"/>
                <a:cs typeface="Verdana"/>
              </a:rPr>
              <a:t>составляющая </a:t>
            </a:r>
            <a:r>
              <a:rPr dirty="0" sz="1550" spc="75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00876" y="17955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6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7"/>
                </a:lnTo>
                <a:lnTo>
                  <a:pt x="2337025" y="1785064"/>
                </a:lnTo>
                <a:lnTo>
                  <a:pt x="2308193" y="1822354"/>
                </a:lnTo>
                <a:lnTo>
                  <a:pt x="2270872" y="1851156"/>
                </a:lnTo>
                <a:lnTo>
                  <a:pt x="2226821" y="1869721"/>
                </a:lnTo>
                <a:lnTo>
                  <a:pt x="2177796" y="1876298"/>
                </a:lnTo>
                <a:lnTo>
                  <a:pt x="184276" y="1876298"/>
                </a:lnTo>
                <a:lnTo>
                  <a:pt x="135260" y="1869721"/>
                </a:lnTo>
                <a:lnTo>
                  <a:pt x="91233" y="1851156"/>
                </a:lnTo>
                <a:lnTo>
                  <a:pt x="53943" y="1822354"/>
                </a:lnTo>
                <a:lnTo>
                  <a:pt x="25141" y="1785064"/>
                </a:lnTo>
                <a:lnTo>
                  <a:pt x="6576" y="1741037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608455" y="4069079"/>
            <a:ext cx="1377950" cy="140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6034">
              <a:lnSpc>
                <a:spcPct val="100000"/>
              </a:lnSpc>
              <a:spcBef>
                <a:spcPts val="105"/>
              </a:spcBef>
            </a:pPr>
            <a:r>
              <a:rPr dirty="0" sz="3600" spc="160" b="1">
                <a:solidFill>
                  <a:srgbClr val="FF0052"/>
                </a:solidFill>
                <a:latin typeface="Tahoma"/>
                <a:cs typeface="Tahoma"/>
              </a:rPr>
              <a:t>04</a:t>
            </a:r>
            <a:endParaRPr sz="3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1370"/>
              </a:spcBef>
            </a:pPr>
            <a:r>
              <a:rPr dirty="0" sz="1550" spc="-10">
                <a:latin typeface="Verdana"/>
                <a:cs typeface="Verdana"/>
              </a:rPr>
              <a:t>Техническая </a:t>
            </a:r>
            <a:r>
              <a:rPr dirty="0" sz="1550" spc="45">
                <a:latin typeface="Verdana"/>
                <a:cs typeface="Verdana"/>
              </a:rPr>
              <a:t>проработка </a:t>
            </a:r>
            <a:r>
              <a:rPr dirty="0" sz="1550" spc="70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47850" y="38529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7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3"/>
                </a:lnTo>
                <a:lnTo>
                  <a:pt x="2337025" y="1785070"/>
                </a:lnTo>
                <a:lnTo>
                  <a:pt x="2308193" y="1822376"/>
                </a:lnTo>
                <a:lnTo>
                  <a:pt x="2270872" y="1851198"/>
                </a:lnTo>
                <a:lnTo>
                  <a:pt x="2226821" y="1869778"/>
                </a:lnTo>
                <a:lnTo>
                  <a:pt x="2177796" y="1876361"/>
                </a:lnTo>
                <a:lnTo>
                  <a:pt x="184277" y="1876361"/>
                </a:lnTo>
                <a:lnTo>
                  <a:pt x="135260" y="1869778"/>
                </a:lnTo>
                <a:lnTo>
                  <a:pt x="91233" y="1851198"/>
                </a:lnTo>
                <a:lnTo>
                  <a:pt x="53943" y="1822376"/>
                </a:lnTo>
                <a:lnTo>
                  <a:pt x="25141" y="1785070"/>
                </a:lnTo>
                <a:lnTo>
                  <a:pt x="6576" y="1741033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59884" y="4069079"/>
            <a:ext cx="1511935" cy="1184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5085">
              <a:lnSpc>
                <a:spcPct val="100000"/>
              </a:lnSpc>
              <a:spcBef>
                <a:spcPts val="105"/>
              </a:spcBef>
            </a:pPr>
            <a:r>
              <a:rPr dirty="0" sz="3600" spc="-25" b="1">
                <a:solidFill>
                  <a:srgbClr val="FF0052"/>
                </a:solidFill>
                <a:latin typeface="Tahoma"/>
                <a:cs typeface="Tahoma"/>
              </a:rPr>
              <a:t>05</a:t>
            </a:r>
            <a:endParaRPr sz="3600">
              <a:latin typeface="Tahoma"/>
              <a:cs typeface="Tahoma"/>
            </a:endParaRPr>
          </a:p>
          <a:p>
            <a:pPr marL="12700" marR="5080">
              <a:lnSpc>
                <a:spcPts val="1730"/>
              </a:lnSpc>
              <a:spcBef>
                <a:spcPts val="1370"/>
              </a:spcBef>
            </a:pPr>
            <a:r>
              <a:rPr dirty="0" sz="1550" spc="35">
                <a:latin typeface="Verdana"/>
                <a:cs typeface="Verdana"/>
              </a:rPr>
              <a:t>Уникальность </a:t>
            </a:r>
            <a:r>
              <a:rPr dirty="0" sz="1550" spc="70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10076" y="38529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6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3"/>
                </a:lnTo>
                <a:lnTo>
                  <a:pt x="2337025" y="1785070"/>
                </a:lnTo>
                <a:lnTo>
                  <a:pt x="2308193" y="1822376"/>
                </a:lnTo>
                <a:lnTo>
                  <a:pt x="2270872" y="1851198"/>
                </a:lnTo>
                <a:lnTo>
                  <a:pt x="2226821" y="1869778"/>
                </a:lnTo>
                <a:lnTo>
                  <a:pt x="2177796" y="1876361"/>
                </a:lnTo>
                <a:lnTo>
                  <a:pt x="184276" y="1876361"/>
                </a:lnTo>
                <a:lnTo>
                  <a:pt x="135260" y="1869778"/>
                </a:lnTo>
                <a:lnTo>
                  <a:pt x="91233" y="1851198"/>
                </a:lnTo>
                <a:lnTo>
                  <a:pt x="53943" y="1822376"/>
                </a:lnTo>
                <a:lnTo>
                  <a:pt x="25141" y="1785070"/>
                </a:lnTo>
                <a:lnTo>
                  <a:pt x="6576" y="1741033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43065" y="4069079"/>
            <a:ext cx="1391285" cy="14039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1120">
              <a:lnSpc>
                <a:spcPct val="100000"/>
              </a:lnSpc>
              <a:spcBef>
                <a:spcPts val="105"/>
              </a:spcBef>
            </a:pPr>
            <a:r>
              <a:rPr dirty="0" sz="3600" spc="65" b="1">
                <a:solidFill>
                  <a:srgbClr val="FF0052"/>
                </a:solidFill>
                <a:latin typeface="Tahoma"/>
                <a:cs typeface="Tahoma"/>
              </a:rPr>
              <a:t>06</a:t>
            </a:r>
            <a:endParaRPr sz="3600">
              <a:latin typeface="Tahoma"/>
              <a:cs typeface="Tahoma"/>
            </a:endParaRPr>
          </a:p>
          <a:p>
            <a:pPr marL="12700">
              <a:lnSpc>
                <a:spcPts val="1795"/>
              </a:lnSpc>
              <a:spcBef>
                <a:spcPts val="1205"/>
              </a:spcBef>
            </a:pPr>
            <a:r>
              <a:rPr dirty="0" sz="1550" spc="45">
                <a:latin typeface="Verdana"/>
                <a:cs typeface="Verdana"/>
              </a:rPr>
              <a:t>Планы</a:t>
            </a:r>
            <a:endParaRPr sz="1550">
              <a:latin typeface="Verdana"/>
              <a:cs typeface="Verdana"/>
            </a:endParaRPr>
          </a:p>
          <a:p>
            <a:pPr marL="12700" marR="5080">
              <a:lnSpc>
                <a:spcPts val="1730"/>
              </a:lnSpc>
              <a:spcBef>
                <a:spcPts val="100"/>
              </a:spcBef>
            </a:pPr>
            <a:r>
              <a:rPr dirty="0" sz="1550" spc="55">
                <a:latin typeface="Verdana"/>
                <a:cs typeface="Verdana"/>
              </a:rPr>
              <a:t>по</a:t>
            </a:r>
            <a:r>
              <a:rPr dirty="0" sz="1550" spc="-45">
                <a:latin typeface="Verdana"/>
                <a:cs typeface="Verdana"/>
              </a:rPr>
              <a:t> </a:t>
            </a:r>
            <a:r>
              <a:rPr dirty="0" sz="1550" spc="45">
                <a:latin typeface="Verdana"/>
                <a:cs typeface="Verdana"/>
              </a:rPr>
              <a:t>развитию </a:t>
            </a:r>
            <a:r>
              <a:rPr dirty="0" sz="1550" spc="70">
                <a:latin typeface="Verdana"/>
                <a:cs typeface="Verdana"/>
              </a:rPr>
              <a:t>решения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00876" y="3852926"/>
            <a:ext cx="2362200" cy="1876425"/>
          </a:xfrm>
          <a:custGeom>
            <a:avLst/>
            <a:gdLst/>
            <a:ahLst/>
            <a:cxnLst/>
            <a:rect l="l" t="t" r="r" b="b"/>
            <a:pathLst>
              <a:path w="2362200" h="1876425">
                <a:moveTo>
                  <a:pt x="0" y="184276"/>
                </a:moveTo>
                <a:lnTo>
                  <a:pt x="6576" y="135260"/>
                </a:lnTo>
                <a:lnTo>
                  <a:pt x="25141" y="91233"/>
                </a:lnTo>
                <a:lnTo>
                  <a:pt x="53943" y="53943"/>
                </a:lnTo>
                <a:lnTo>
                  <a:pt x="91233" y="25141"/>
                </a:lnTo>
                <a:lnTo>
                  <a:pt x="135260" y="6576"/>
                </a:lnTo>
                <a:lnTo>
                  <a:pt x="184276" y="0"/>
                </a:lnTo>
                <a:lnTo>
                  <a:pt x="2177796" y="0"/>
                </a:lnTo>
                <a:lnTo>
                  <a:pt x="2226821" y="6576"/>
                </a:lnTo>
                <a:lnTo>
                  <a:pt x="2270872" y="25141"/>
                </a:lnTo>
                <a:lnTo>
                  <a:pt x="2308193" y="53943"/>
                </a:lnTo>
                <a:lnTo>
                  <a:pt x="2337025" y="91233"/>
                </a:lnTo>
                <a:lnTo>
                  <a:pt x="2355613" y="135260"/>
                </a:lnTo>
                <a:lnTo>
                  <a:pt x="2362200" y="184276"/>
                </a:lnTo>
                <a:lnTo>
                  <a:pt x="2362200" y="1692021"/>
                </a:lnTo>
                <a:lnTo>
                  <a:pt x="2355613" y="1741033"/>
                </a:lnTo>
                <a:lnTo>
                  <a:pt x="2337025" y="1785070"/>
                </a:lnTo>
                <a:lnTo>
                  <a:pt x="2308193" y="1822376"/>
                </a:lnTo>
                <a:lnTo>
                  <a:pt x="2270872" y="1851198"/>
                </a:lnTo>
                <a:lnTo>
                  <a:pt x="2226821" y="1869778"/>
                </a:lnTo>
                <a:lnTo>
                  <a:pt x="2177796" y="1876361"/>
                </a:lnTo>
                <a:lnTo>
                  <a:pt x="184276" y="1876361"/>
                </a:lnTo>
                <a:lnTo>
                  <a:pt x="135260" y="1869778"/>
                </a:lnTo>
                <a:lnTo>
                  <a:pt x="91233" y="1851198"/>
                </a:lnTo>
                <a:lnTo>
                  <a:pt x="53943" y="1822376"/>
                </a:lnTo>
                <a:lnTo>
                  <a:pt x="25141" y="1785070"/>
                </a:lnTo>
                <a:lnTo>
                  <a:pt x="6576" y="1741033"/>
                </a:lnTo>
                <a:lnTo>
                  <a:pt x="0" y="1692021"/>
                </a:lnTo>
                <a:lnTo>
                  <a:pt x="0" y="184276"/>
                </a:lnTo>
                <a:close/>
              </a:path>
            </a:pathLst>
          </a:custGeom>
          <a:ln w="1270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1890172" cy="6857999"/>
          </a:xfrm>
          <a:prstGeom prst="rect">
            <a:avLst/>
          </a:prstGeom>
        </p:spPr>
      </p:pic>
      <p:sp>
        <p:nvSpPr>
          <p:cNvPr id="42" name="object 42"/>
          <p:cNvSpPr/>
          <p:nvPr/>
        </p:nvSpPr>
        <p:spPr>
          <a:xfrm>
            <a:off x="952500" y="409575"/>
            <a:ext cx="2943225" cy="619125"/>
          </a:xfrm>
          <a:custGeom>
            <a:avLst/>
            <a:gdLst/>
            <a:ahLst/>
            <a:cxnLst/>
            <a:rect l="l" t="t" r="r" b="b"/>
            <a:pathLst>
              <a:path w="2943225" h="619125">
                <a:moveTo>
                  <a:pt x="2793238" y="0"/>
                </a:moveTo>
                <a:lnTo>
                  <a:pt x="150012" y="0"/>
                </a:lnTo>
                <a:lnTo>
                  <a:pt x="102594" y="7649"/>
                </a:lnTo>
                <a:lnTo>
                  <a:pt x="61414" y="28947"/>
                </a:lnTo>
                <a:lnTo>
                  <a:pt x="28942" y="61420"/>
                </a:lnTo>
                <a:lnTo>
                  <a:pt x="7647" y="102591"/>
                </a:lnTo>
                <a:lnTo>
                  <a:pt x="0" y="149987"/>
                </a:lnTo>
                <a:lnTo>
                  <a:pt x="0" y="469138"/>
                </a:lnTo>
                <a:lnTo>
                  <a:pt x="7647" y="516533"/>
                </a:lnTo>
                <a:lnTo>
                  <a:pt x="28942" y="557704"/>
                </a:lnTo>
                <a:lnTo>
                  <a:pt x="61414" y="590177"/>
                </a:lnTo>
                <a:lnTo>
                  <a:pt x="102594" y="611475"/>
                </a:lnTo>
                <a:lnTo>
                  <a:pt x="150012" y="619125"/>
                </a:lnTo>
                <a:lnTo>
                  <a:pt x="2793238" y="619125"/>
                </a:lnTo>
                <a:lnTo>
                  <a:pt x="2840633" y="611475"/>
                </a:lnTo>
                <a:lnTo>
                  <a:pt x="2881804" y="590177"/>
                </a:lnTo>
                <a:lnTo>
                  <a:pt x="2914277" y="557704"/>
                </a:lnTo>
                <a:lnTo>
                  <a:pt x="2935575" y="516533"/>
                </a:lnTo>
                <a:lnTo>
                  <a:pt x="2943225" y="469138"/>
                </a:lnTo>
                <a:lnTo>
                  <a:pt x="2943225" y="149987"/>
                </a:lnTo>
                <a:lnTo>
                  <a:pt x="2935575" y="102591"/>
                </a:lnTo>
                <a:lnTo>
                  <a:pt x="2914277" y="61420"/>
                </a:lnTo>
                <a:lnTo>
                  <a:pt x="2881804" y="28947"/>
                </a:lnTo>
                <a:lnTo>
                  <a:pt x="2840633" y="7649"/>
                </a:lnTo>
                <a:lnTo>
                  <a:pt x="2793238" y="0"/>
                </a:lnTo>
                <a:close/>
              </a:path>
            </a:pathLst>
          </a:custGeom>
          <a:solidFill>
            <a:srgbClr val="52097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932" rIns="0" bIns="0" rtlCol="0" vert="horz">
            <a:spAutoFit/>
          </a:bodyPr>
          <a:lstStyle/>
          <a:p>
            <a:pPr marL="765810">
              <a:lnSpc>
                <a:spcPct val="100000"/>
              </a:lnSpc>
              <a:spcBef>
                <a:spcPts val="130"/>
              </a:spcBef>
            </a:pPr>
            <a:r>
              <a:rPr dirty="0" spc="100">
                <a:solidFill>
                  <a:srgbClr val="FFFFFF"/>
                </a:solidFill>
              </a:rPr>
              <a:t>ОФОРМЛЕНИЕ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5662" y="2167191"/>
            <a:ext cx="94615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60" b="1">
                <a:solidFill>
                  <a:srgbClr val="520977"/>
                </a:solidFill>
                <a:latin typeface="Tahoma"/>
                <a:cs typeface="Tahoma"/>
              </a:rPr>
              <a:t>ШРИФТ: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4700" y="2164397"/>
            <a:ext cx="49841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latin typeface="Verdana"/>
                <a:cs typeface="Verdana"/>
              </a:rPr>
              <a:t>Montserrat:</a:t>
            </a:r>
            <a:r>
              <a:rPr dirty="0" sz="1500" spc="85">
                <a:latin typeface="Verdana"/>
                <a:cs typeface="Verdana"/>
              </a:rPr>
              <a:t> </a:t>
            </a:r>
            <a:r>
              <a:rPr dirty="0" u="sng" sz="1500" spc="-55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https://fonts-</a:t>
            </a:r>
            <a:r>
              <a:rPr dirty="0" u="sng" sz="1500" spc="-1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online.ru/fonts/montserrat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5662" y="2896806"/>
            <a:ext cx="1061085" cy="6146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75" b="1">
                <a:solidFill>
                  <a:srgbClr val="520977"/>
                </a:solidFill>
                <a:latin typeface="Tahoma"/>
                <a:cs typeface="Tahoma"/>
              </a:rPr>
              <a:t>ЦВЕТА:</a:t>
            </a:r>
            <a:endParaRPr sz="1550">
              <a:latin typeface="Tahoma"/>
              <a:cs typeface="Tahoma"/>
            </a:endParaRPr>
          </a:p>
          <a:p>
            <a:pPr marL="31115">
              <a:lnSpc>
                <a:spcPct val="100000"/>
              </a:lnSpc>
              <a:spcBef>
                <a:spcPts val="1065"/>
              </a:spcBef>
            </a:pPr>
            <a:r>
              <a:rPr dirty="0" sz="1400" spc="-10">
                <a:latin typeface="Verdana"/>
                <a:cs typeface="Verdana"/>
              </a:rPr>
              <a:t>акцентные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4394" y="4765103"/>
            <a:ext cx="81343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0">
                <a:latin typeface="Verdana"/>
                <a:cs typeface="Verdana"/>
              </a:rPr>
              <a:t>базовые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39787" y="2716276"/>
            <a:ext cx="10586720" cy="3246755"/>
            <a:chOff x="839787" y="2716276"/>
            <a:chExt cx="10586720" cy="3246755"/>
          </a:xfrm>
        </p:grpSpPr>
        <p:sp>
          <p:nvSpPr>
            <p:cNvPr id="8" name="object 8"/>
            <p:cNvSpPr/>
            <p:nvPr/>
          </p:nvSpPr>
          <p:spPr>
            <a:xfrm>
              <a:off x="852487" y="2728976"/>
              <a:ext cx="10561320" cy="0"/>
            </a:xfrm>
            <a:custGeom>
              <a:avLst/>
              <a:gdLst/>
              <a:ahLst/>
              <a:cxnLst/>
              <a:rect l="l" t="t" r="r" b="b"/>
              <a:pathLst>
                <a:path w="10561320" h="0">
                  <a:moveTo>
                    <a:pt x="0" y="0"/>
                  </a:moveTo>
                  <a:lnTo>
                    <a:pt x="10561129" y="0"/>
                  </a:lnTo>
                </a:path>
              </a:pathLst>
            </a:custGeom>
            <a:ln w="25400">
              <a:solidFill>
                <a:srgbClr val="FF005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58150" y="4772025"/>
              <a:ext cx="1695450" cy="11906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900112" y="3662426"/>
              <a:ext cx="1496060" cy="742950"/>
            </a:xfrm>
            <a:custGeom>
              <a:avLst/>
              <a:gdLst/>
              <a:ahLst/>
              <a:cxnLst/>
              <a:rect l="l" t="t" r="r" b="b"/>
              <a:pathLst>
                <a:path w="1496060" h="742950">
                  <a:moveTo>
                    <a:pt x="1371536" y="0"/>
                  </a:moveTo>
                  <a:lnTo>
                    <a:pt x="123825" y="0"/>
                  </a:lnTo>
                  <a:lnTo>
                    <a:pt x="75625" y="9721"/>
                  </a:lnTo>
                  <a:lnTo>
                    <a:pt x="36266" y="36242"/>
                  </a:lnTo>
                  <a:lnTo>
                    <a:pt x="9730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30" y="667244"/>
                  </a:lnTo>
                  <a:lnTo>
                    <a:pt x="36266" y="706643"/>
                  </a:lnTo>
                  <a:lnTo>
                    <a:pt x="75625" y="733208"/>
                  </a:lnTo>
                  <a:lnTo>
                    <a:pt x="123825" y="742950"/>
                  </a:lnTo>
                  <a:lnTo>
                    <a:pt x="1371536" y="742950"/>
                  </a:lnTo>
                  <a:lnTo>
                    <a:pt x="1419782" y="733208"/>
                  </a:lnTo>
                  <a:lnTo>
                    <a:pt x="1459182" y="706643"/>
                  </a:lnTo>
                  <a:lnTo>
                    <a:pt x="1485747" y="667244"/>
                  </a:lnTo>
                  <a:lnTo>
                    <a:pt x="1495488" y="618998"/>
                  </a:lnTo>
                  <a:lnTo>
                    <a:pt x="1495488" y="123825"/>
                  </a:lnTo>
                  <a:lnTo>
                    <a:pt x="1485747" y="75598"/>
                  </a:lnTo>
                  <a:lnTo>
                    <a:pt x="1459182" y="36242"/>
                  </a:lnTo>
                  <a:lnTo>
                    <a:pt x="1419782" y="9721"/>
                  </a:lnTo>
                  <a:lnTo>
                    <a:pt x="1371536" y="0"/>
                  </a:lnTo>
                  <a:close/>
                </a:path>
              </a:pathLst>
            </a:custGeom>
            <a:solidFill>
              <a:srgbClr val="FF00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900112" y="3662426"/>
              <a:ext cx="1496060" cy="742950"/>
            </a:xfrm>
            <a:custGeom>
              <a:avLst/>
              <a:gdLst/>
              <a:ahLst/>
              <a:cxnLst/>
              <a:rect l="l" t="t" r="r" b="b"/>
              <a:pathLst>
                <a:path w="1496060" h="742950">
                  <a:moveTo>
                    <a:pt x="0" y="123825"/>
                  </a:moveTo>
                  <a:lnTo>
                    <a:pt x="9730" y="75598"/>
                  </a:lnTo>
                  <a:lnTo>
                    <a:pt x="36266" y="36242"/>
                  </a:lnTo>
                  <a:lnTo>
                    <a:pt x="75625" y="9721"/>
                  </a:lnTo>
                  <a:lnTo>
                    <a:pt x="123825" y="0"/>
                  </a:lnTo>
                  <a:lnTo>
                    <a:pt x="1371536" y="0"/>
                  </a:lnTo>
                  <a:lnTo>
                    <a:pt x="1419782" y="9721"/>
                  </a:lnTo>
                  <a:lnTo>
                    <a:pt x="1459182" y="36242"/>
                  </a:lnTo>
                  <a:lnTo>
                    <a:pt x="1485747" y="75598"/>
                  </a:lnTo>
                  <a:lnTo>
                    <a:pt x="1495488" y="123825"/>
                  </a:lnTo>
                  <a:lnTo>
                    <a:pt x="1495488" y="618998"/>
                  </a:lnTo>
                  <a:lnTo>
                    <a:pt x="1485747" y="667244"/>
                  </a:lnTo>
                  <a:lnTo>
                    <a:pt x="1459182" y="706643"/>
                  </a:lnTo>
                  <a:lnTo>
                    <a:pt x="1419782" y="733208"/>
                  </a:lnTo>
                  <a:lnTo>
                    <a:pt x="1371536" y="742950"/>
                  </a:lnTo>
                  <a:lnTo>
                    <a:pt x="123825" y="742950"/>
                  </a:lnTo>
                  <a:lnTo>
                    <a:pt x="75625" y="733208"/>
                  </a:lnTo>
                  <a:lnTo>
                    <a:pt x="36266" y="706643"/>
                  </a:lnTo>
                  <a:lnTo>
                    <a:pt x="9730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113472" y="3919791"/>
            <a:ext cx="10693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HEX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Verdana"/>
                <a:cs typeface="Verdana"/>
              </a:rPr>
              <a:t>#FF0053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09913" y="3657663"/>
            <a:ext cx="1524000" cy="752475"/>
            <a:chOff x="2609913" y="3657663"/>
            <a:chExt cx="1524000" cy="752475"/>
          </a:xfrm>
        </p:grpSpPr>
        <p:sp>
          <p:nvSpPr>
            <p:cNvPr id="15" name="object 15"/>
            <p:cNvSpPr/>
            <p:nvPr/>
          </p:nvSpPr>
          <p:spPr>
            <a:xfrm>
              <a:off x="26146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1390523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390523" y="742950"/>
                  </a:lnTo>
                  <a:lnTo>
                    <a:pt x="1438769" y="733208"/>
                  </a:lnTo>
                  <a:lnTo>
                    <a:pt x="1478168" y="706643"/>
                  </a:lnTo>
                  <a:lnTo>
                    <a:pt x="1504733" y="667244"/>
                  </a:lnTo>
                  <a:lnTo>
                    <a:pt x="1514475" y="618998"/>
                  </a:lnTo>
                  <a:lnTo>
                    <a:pt x="1514475" y="123825"/>
                  </a:lnTo>
                  <a:lnTo>
                    <a:pt x="1504733" y="75598"/>
                  </a:lnTo>
                  <a:lnTo>
                    <a:pt x="1478168" y="36242"/>
                  </a:lnTo>
                  <a:lnTo>
                    <a:pt x="1438769" y="9721"/>
                  </a:lnTo>
                  <a:lnTo>
                    <a:pt x="1390523" y="0"/>
                  </a:lnTo>
                  <a:close/>
                </a:path>
              </a:pathLst>
            </a:custGeom>
            <a:solidFill>
              <a:srgbClr val="FFD5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6146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390523" y="0"/>
                  </a:lnTo>
                  <a:lnTo>
                    <a:pt x="1438769" y="9721"/>
                  </a:lnTo>
                  <a:lnTo>
                    <a:pt x="1478168" y="36242"/>
                  </a:lnTo>
                  <a:lnTo>
                    <a:pt x="1504733" y="75598"/>
                  </a:lnTo>
                  <a:lnTo>
                    <a:pt x="1514475" y="123825"/>
                  </a:lnTo>
                  <a:lnTo>
                    <a:pt x="1514475" y="618998"/>
                  </a:lnTo>
                  <a:lnTo>
                    <a:pt x="1504733" y="667244"/>
                  </a:lnTo>
                  <a:lnTo>
                    <a:pt x="1478168" y="706643"/>
                  </a:lnTo>
                  <a:lnTo>
                    <a:pt x="1438769" y="733208"/>
                  </a:lnTo>
                  <a:lnTo>
                    <a:pt x="1390523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816860" y="3919791"/>
            <a:ext cx="11074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Verdana"/>
                <a:cs typeface="Verdana"/>
              </a:rPr>
              <a:t>HEX</a:t>
            </a:r>
            <a:r>
              <a:rPr dirty="0" sz="1200" spc="-75">
                <a:solidFill>
                  <a:srgbClr val="1C1D21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1C1D21"/>
                </a:solidFill>
                <a:latin typeface="Verdana"/>
                <a:cs typeface="Verdana"/>
              </a:rPr>
              <a:t>#FFD6E4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43463" y="3657663"/>
            <a:ext cx="1524000" cy="752475"/>
            <a:chOff x="4343463" y="3657663"/>
            <a:chExt cx="1524000" cy="752475"/>
          </a:xfrm>
        </p:grpSpPr>
        <p:sp>
          <p:nvSpPr>
            <p:cNvPr id="19" name="object 19"/>
            <p:cNvSpPr/>
            <p:nvPr/>
          </p:nvSpPr>
          <p:spPr>
            <a:xfrm>
              <a:off x="434822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1390523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390523" y="742950"/>
                  </a:lnTo>
                  <a:lnTo>
                    <a:pt x="1438769" y="733208"/>
                  </a:lnTo>
                  <a:lnTo>
                    <a:pt x="1478168" y="706643"/>
                  </a:lnTo>
                  <a:lnTo>
                    <a:pt x="1504733" y="667244"/>
                  </a:lnTo>
                  <a:lnTo>
                    <a:pt x="1514475" y="618998"/>
                  </a:lnTo>
                  <a:lnTo>
                    <a:pt x="1514475" y="123825"/>
                  </a:lnTo>
                  <a:lnTo>
                    <a:pt x="1504733" y="75598"/>
                  </a:lnTo>
                  <a:lnTo>
                    <a:pt x="1478168" y="36242"/>
                  </a:lnTo>
                  <a:lnTo>
                    <a:pt x="1438769" y="9721"/>
                  </a:lnTo>
                  <a:lnTo>
                    <a:pt x="1390523" y="0"/>
                  </a:lnTo>
                  <a:close/>
                </a:path>
              </a:pathLst>
            </a:custGeom>
            <a:solidFill>
              <a:srgbClr val="8983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4822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390523" y="0"/>
                  </a:lnTo>
                  <a:lnTo>
                    <a:pt x="1438769" y="9721"/>
                  </a:lnTo>
                  <a:lnTo>
                    <a:pt x="1478168" y="36242"/>
                  </a:lnTo>
                  <a:lnTo>
                    <a:pt x="1504733" y="75598"/>
                  </a:lnTo>
                  <a:lnTo>
                    <a:pt x="1514475" y="123825"/>
                  </a:lnTo>
                  <a:lnTo>
                    <a:pt x="1514475" y="618998"/>
                  </a:lnTo>
                  <a:lnTo>
                    <a:pt x="1504733" y="667244"/>
                  </a:lnTo>
                  <a:lnTo>
                    <a:pt x="1478168" y="706643"/>
                  </a:lnTo>
                  <a:lnTo>
                    <a:pt x="1438769" y="733208"/>
                  </a:lnTo>
                  <a:lnTo>
                    <a:pt x="1390523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573904" y="3919791"/>
            <a:ext cx="10712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Verdana"/>
                <a:cs typeface="Verdana"/>
              </a:rPr>
              <a:t>HEX</a:t>
            </a:r>
            <a:r>
              <a:rPr dirty="0" sz="1200" spc="-75">
                <a:solidFill>
                  <a:srgbClr val="1C1D21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1C1D21"/>
                </a:solidFill>
                <a:latin typeface="Verdana"/>
                <a:cs typeface="Verdana"/>
              </a:rPr>
              <a:t>#8A83D1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077013" y="3657663"/>
            <a:ext cx="1524000" cy="752475"/>
            <a:chOff x="6077013" y="3657663"/>
            <a:chExt cx="1524000" cy="752475"/>
          </a:xfrm>
        </p:grpSpPr>
        <p:sp>
          <p:nvSpPr>
            <p:cNvPr id="23" name="object 23"/>
            <p:cNvSpPr/>
            <p:nvPr/>
          </p:nvSpPr>
          <p:spPr>
            <a:xfrm>
              <a:off x="60817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1390523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390523" y="742950"/>
                  </a:lnTo>
                  <a:lnTo>
                    <a:pt x="1438769" y="733208"/>
                  </a:lnTo>
                  <a:lnTo>
                    <a:pt x="1478168" y="706643"/>
                  </a:lnTo>
                  <a:lnTo>
                    <a:pt x="1504733" y="667244"/>
                  </a:lnTo>
                  <a:lnTo>
                    <a:pt x="1514475" y="618998"/>
                  </a:lnTo>
                  <a:lnTo>
                    <a:pt x="1514475" y="123825"/>
                  </a:lnTo>
                  <a:lnTo>
                    <a:pt x="1504733" y="75598"/>
                  </a:lnTo>
                  <a:lnTo>
                    <a:pt x="1478168" y="36242"/>
                  </a:lnTo>
                  <a:lnTo>
                    <a:pt x="1438769" y="9721"/>
                  </a:lnTo>
                  <a:lnTo>
                    <a:pt x="1390523" y="0"/>
                  </a:lnTo>
                  <a:close/>
                </a:path>
              </a:pathLst>
            </a:custGeom>
            <a:solidFill>
              <a:srgbClr val="FB3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817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390523" y="0"/>
                  </a:lnTo>
                  <a:lnTo>
                    <a:pt x="1438769" y="9721"/>
                  </a:lnTo>
                  <a:lnTo>
                    <a:pt x="1478168" y="36242"/>
                  </a:lnTo>
                  <a:lnTo>
                    <a:pt x="1504733" y="75598"/>
                  </a:lnTo>
                  <a:lnTo>
                    <a:pt x="1514475" y="123825"/>
                  </a:lnTo>
                  <a:lnTo>
                    <a:pt x="1514475" y="618998"/>
                  </a:lnTo>
                  <a:lnTo>
                    <a:pt x="1504733" y="667244"/>
                  </a:lnTo>
                  <a:lnTo>
                    <a:pt x="1478168" y="706643"/>
                  </a:lnTo>
                  <a:lnTo>
                    <a:pt x="1438769" y="733208"/>
                  </a:lnTo>
                  <a:lnTo>
                    <a:pt x="1390523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312534" y="3919791"/>
            <a:ext cx="10636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HEX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35">
                <a:solidFill>
                  <a:srgbClr val="FFFFFF"/>
                </a:solidFill>
                <a:latin typeface="Verdana"/>
                <a:cs typeface="Verdana"/>
              </a:rPr>
              <a:t>#FC3777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810563" y="3657663"/>
            <a:ext cx="1524000" cy="752475"/>
            <a:chOff x="7810563" y="3657663"/>
            <a:chExt cx="1524000" cy="752475"/>
          </a:xfrm>
        </p:grpSpPr>
        <p:sp>
          <p:nvSpPr>
            <p:cNvPr id="27" name="object 27"/>
            <p:cNvSpPr/>
            <p:nvPr/>
          </p:nvSpPr>
          <p:spPr>
            <a:xfrm>
              <a:off x="781532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1390523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390523" y="742950"/>
                  </a:lnTo>
                  <a:lnTo>
                    <a:pt x="1438769" y="733208"/>
                  </a:lnTo>
                  <a:lnTo>
                    <a:pt x="1478168" y="706643"/>
                  </a:lnTo>
                  <a:lnTo>
                    <a:pt x="1504733" y="667244"/>
                  </a:lnTo>
                  <a:lnTo>
                    <a:pt x="1514475" y="618998"/>
                  </a:lnTo>
                  <a:lnTo>
                    <a:pt x="1514475" y="123825"/>
                  </a:lnTo>
                  <a:lnTo>
                    <a:pt x="1504733" y="75598"/>
                  </a:lnTo>
                  <a:lnTo>
                    <a:pt x="1478168" y="36242"/>
                  </a:lnTo>
                  <a:lnTo>
                    <a:pt x="1438769" y="9721"/>
                  </a:lnTo>
                  <a:lnTo>
                    <a:pt x="1390523" y="0"/>
                  </a:lnTo>
                  <a:close/>
                </a:path>
              </a:pathLst>
            </a:custGeom>
            <a:solidFill>
              <a:srgbClr val="2C13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1532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390523" y="0"/>
                  </a:lnTo>
                  <a:lnTo>
                    <a:pt x="1438769" y="9721"/>
                  </a:lnTo>
                  <a:lnTo>
                    <a:pt x="1478168" y="36242"/>
                  </a:lnTo>
                  <a:lnTo>
                    <a:pt x="1504733" y="75598"/>
                  </a:lnTo>
                  <a:lnTo>
                    <a:pt x="1514475" y="123825"/>
                  </a:lnTo>
                  <a:lnTo>
                    <a:pt x="1514475" y="618998"/>
                  </a:lnTo>
                  <a:lnTo>
                    <a:pt x="1504733" y="667244"/>
                  </a:lnTo>
                  <a:lnTo>
                    <a:pt x="1478168" y="706643"/>
                  </a:lnTo>
                  <a:lnTo>
                    <a:pt x="1438769" y="733208"/>
                  </a:lnTo>
                  <a:lnTo>
                    <a:pt x="1390523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8074025" y="3919791"/>
            <a:ext cx="10134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HEX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FFFFFF"/>
                </a:solidFill>
                <a:latin typeface="Verdana"/>
                <a:cs typeface="Verdana"/>
              </a:rPr>
              <a:t>#310F53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506013" y="3657663"/>
            <a:ext cx="1524000" cy="752475"/>
            <a:chOff x="9506013" y="3657663"/>
            <a:chExt cx="1524000" cy="752475"/>
          </a:xfrm>
        </p:grpSpPr>
        <p:sp>
          <p:nvSpPr>
            <p:cNvPr id="39" name="object 39"/>
            <p:cNvSpPr/>
            <p:nvPr/>
          </p:nvSpPr>
          <p:spPr>
            <a:xfrm>
              <a:off x="95107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1390523" y="0"/>
                  </a:moveTo>
                  <a:lnTo>
                    <a:pt x="123825" y="0"/>
                  </a:lnTo>
                  <a:lnTo>
                    <a:pt x="75598" y="9721"/>
                  </a:lnTo>
                  <a:lnTo>
                    <a:pt x="36242" y="36242"/>
                  </a:lnTo>
                  <a:lnTo>
                    <a:pt x="9721" y="75598"/>
                  </a:lnTo>
                  <a:lnTo>
                    <a:pt x="0" y="123825"/>
                  </a:lnTo>
                  <a:lnTo>
                    <a:pt x="0" y="618998"/>
                  </a:lnTo>
                  <a:lnTo>
                    <a:pt x="9721" y="667244"/>
                  </a:lnTo>
                  <a:lnTo>
                    <a:pt x="36242" y="706643"/>
                  </a:lnTo>
                  <a:lnTo>
                    <a:pt x="75598" y="733208"/>
                  </a:lnTo>
                  <a:lnTo>
                    <a:pt x="123825" y="742950"/>
                  </a:lnTo>
                  <a:lnTo>
                    <a:pt x="1390523" y="742950"/>
                  </a:lnTo>
                  <a:lnTo>
                    <a:pt x="1438769" y="733208"/>
                  </a:lnTo>
                  <a:lnTo>
                    <a:pt x="1478168" y="706643"/>
                  </a:lnTo>
                  <a:lnTo>
                    <a:pt x="1504733" y="667244"/>
                  </a:lnTo>
                  <a:lnTo>
                    <a:pt x="1514475" y="618998"/>
                  </a:lnTo>
                  <a:lnTo>
                    <a:pt x="1514475" y="123825"/>
                  </a:lnTo>
                  <a:lnTo>
                    <a:pt x="1504733" y="75598"/>
                  </a:lnTo>
                  <a:lnTo>
                    <a:pt x="1478168" y="36242"/>
                  </a:lnTo>
                  <a:lnTo>
                    <a:pt x="1438769" y="9721"/>
                  </a:lnTo>
                  <a:lnTo>
                    <a:pt x="1390523" y="0"/>
                  </a:lnTo>
                  <a:close/>
                </a:path>
              </a:pathLst>
            </a:custGeom>
            <a:solidFill>
              <a:srgbClr val="5209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510776" y="3662426"/>
              <a:ext cx="1514475" cy="742950"/>
            </a:xfrm>
            <a:custGeom>
              <a:avLst/>
              <a:gdLst/>
              <a:ahLst/>
              <a:cxnLst/>
              <a:rect l="l" t="t" r="r" b="b"/>
              <a:pathLst>
                <a:path w="1514475" h="742950">
                  <a:moveTo>
                    <a:pt x="0" y="123825"/>
                  </a:moveTo>
                  <a:lnTo>
                    <a:pt x="9721" y="75598"/>
                  </a:lnTo>
                  <a:lnTo>
                    <a:pt x="36242" y="36242"/>
                  </a:lnTo>
                  <a:lnTo>
                    <a:pt x="75598" y="9721"/>
                  </a:lnTo>
                  <a:lnTo>
                    <a:pt x="123825" y="0"/>
                  </a:lnTo>
                  <a:lnTo>
                    <a:pt x="1390523" y="0"/>
                  </a:lnTo>
                  <a:lnTo>
                    <a:pt x="1438769" y="9721"/>
                  </a:lnTo>
                  <a:lnTo>
                    <a:pt x="1478168" y="36242"/>
                  </a:lnTo>
                  <a:lnTo>
                    <a:pt x="1504733" y="75598"/>
                  </a:lnTo>
                  <a:lnTo>
                    <a:pt x="1514475" y="123825"/>
                  </a:lnTo>
                  <a:lnTo>
                    <a:pt x="1514475" y="618998"/>
                  </a:lnTo>
                  <a:lnTo>
                    <a:pt x="1504733" y="667244"/>
                  </a:lnTo>
                  <a:lnTo>
                    <a:pt x="1478168" y="706643"/>
                  </a:lnTo>
                  <a:lnTo>
                    <a:pt x="1438769" y="733208"/>
                  </a:lnTo>
                  <a:lnTo>
                    <a:pt x="1390523" y="742950"/>
                  </a:lnTo>
                  <a:lnTo>
                    <a:pt x="123825" y="742950"/>
                  </a:lnTo>
                  <a:lnTo>
                    <a:pt x="75598" y="733208"/>
                  </a:lnTo>
                  <a:lnTo>
                    <a:pt x="36242" y="706643"/>
                  </a:lnTo>
                  <a:lnTo>
                    <a:pt x="9721" y="667244"/>
                  </a:lnTo>
                  <a:lnTo>
                    <a:pt x="0" y="618998"/>
                  </a:lnTo>
                  <a:lnTo>
                    <a:pt x="0" y="123825"/>
                  </a:lnTo>
                  <a:close/>
                </a:path>
              </a:pathLst>
            </a:custGeom>
            <a:ln w="952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747884" y="3919791"/>
            <a:ext cx="105156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HEX</a:t>
            </a:r>
            <a:r>
              <a:rPr dirty="0" sz="1200" spc="-7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45">
                <a:solidFill>
                  <a:srgbClr val="FFFFFF"/>
                </a:solidFill>
                <a:latin typeface="Verdana"/>
                <a:cs typeface="Verdana"/>
              </a:rPr>
              <a:t>#520978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3571" y="4801234"/>
            <a:ext cx="1270000" cy="50990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80"/>
              </a:spcBef>
            </a:pPr>
            <a:r>
              <a:rPr dirty="0" sz="1050" i="1">
                <a:solidFill>
                  <a:srgbClr val="520977"/>
                </a:solidFill>
                <a:latin typeface="Verdana"/>
                <a:cs typeface="Verdana"/>
              </a:rPr>
              <a:t>Цветовая</a:t>
            </a:r>
            <a:r>
              <a:rPr dirty="0" sz="1050" spc="180" i="1">
                <a:solidFill>
                  <a:srgbClr val="520977"/>
                </a:solidFill>
                <a:latin typeface="Verdana"/>
                <a:cs typeface="Verdana"/>
              </a:rPr>
              <a:t> </a:t>
            </a:r>
            <a:r>
              <a:rPr dirty="0" sz="1050" spc="-20" i="1">
                <a:solidFill>
                  <a:srgbClr val="520977"/>
                </a:solidFill>
                <a:latin typeface="Verdana"/>
                <a:cs typeface="Verdana"/>
              </a:rPr>
              <a:t>схема </a:t>
            </a:r>
            <a:r>
              <a:rPr dirty="0" sz="1050" i="1">
                <a:solidFill>
                  <a:srgbClr val="520977"/>
                </a:solidFill>
                <a:latin typeface="Verdana"/>
                <a:cs typeface="Verdana"/>
              </a:rPr>
              <a:t>уже</a:t>
            </a:r>
            <a:r>
              <a:rPr dirty="0" sz="1050" spc="-65" i="1">
                <a:solidFill>
                  <a:srgbClr val="520977"/>
                </a:solidFill>
                <a:latin typeface="Verdana"/>
                <a:cs typeface="Verdana"/>
              </a:rPr>
              <a:t> </a:t>
            </a:r>
            <a:r>
              <a:rPr dirty="0" sz="1050" spc="-10" i="1">
                <a:solidFill>
                  <a:srgbClr val="520977"/>
                </a:solidFill>
                <a:latin typeface="Verdana"/>
                <a:cs typeface="Verdana"/>
              </a:rPr>
              <a:t>установлена </a:t>
            </a:r>
            <a:r>
              <a:rPr dirty="0" sz="1050" i="1">
                <a:solidFill>
                  <a:srgbClr val="520977"/>
                </a:solidFill>
                <a:latin typeface="Verdana"/>
                <a:cs typeface="Verdana"/>
              </a:rPr>
              <a:t>в</a:t>
            </a:r>
            <a:r>
              <a:rPr dirty="0" sz="1050" spc="45" i="1">
                <a:solidFill>
                  <a:srgbClr val="520977"/>
                </a:solidFill>
                <a:latin typeface="Verdana"/>
                <a:cs typeface="Verdana"/>
              </a:rPr>
              <a:t> </a:t>
            </a:r>
            <a:r>
              <a:rPr dirty="0" sz="1050" i="1">
                <a:solidFill>
                  <a:srgbClr val="520977"/>
                </a:solidFill>
                <a:latin typeface="Verdana"/>
                <a:cs typeface="Verdana"/>
              </a:rPr>
              <a:t>этом</a:t>
            </a:r>
            <a:r>
              <a:rPr dirty="0" sz="1050" spc="-10" i="1">
                <a:solidFill>
                  <a:srgbClr val="520977"/>
                </a:solidFill>
                <a:latin typeface="Verdana"/>
                <a:cs typeface="Verdana"/>
              </a:rPr>
              <a:t> документе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95350" y="5153088"/>
            <a:ext cx="1505585" cy="762000"/>
            <a:chOff x="895350" y="5153088"/>
            <a:chExt cx="1505585" cy="762000"/>
          </a:xfrm>
        </p:grpSpPr>
        <p:sp>
          <p:nvSpPr>
            <p:cNvPr id="31" name="object 31"/>
            <p:cNvSpPr/>
            <p:nvPr/>
          </p:nvSpPr>
          <p:spPr>
            <a:xfrm>
              <a:off x="900112" y="5157851"/>
              <a:ext cx="1496060" cy="752475"/>
            </a:xfrm>
            <a:custGeom>
              <a:avLst/>
              <a:gdLst/>
              <a:ahLst/>
              <a:cxnLst/>
              <a:rect l="l" t="t" r="r" b="b"/>
              <a:pathLst>
                <a:path w="1496060" h="752475">
                  <a:moveTo>
                    <a:pt x="1370012" y="0"/>
                  </a:moveTo>
                  <a:lnTo>
                    <a:pt x="125412" y="0"/>
                  </a:lnTo>
                  <a:lnTo>
                    <a:pt x="76595" y="9852"/>
                  </a:lnTo>
                  <a:lnTo>
                    <a:pt x="36731" y="36718"/>
                  </a:lnTo>
                  <a:lnTo>
                    <a:pt x="9855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5" y="675816"/>
                  </a:lnTo>
                  <a:lnTo>
                    <a:pt x="36731" y="715679"/>
                  </a:lnTo>
                  <a:lnTo>
                    <a:pt x="76595" y="742556"/>
                  </a:lnTo>
                  <a:lnTo>
                    <a:pt x="125412" y="752411"/>
                  </a:lnTo>
                  <a:lnTo>
                    <a:pt x="1370012" y="752411"/>
                  </a:lnTo>
                  <a:lnTo>
                    <a:pt x="1418818" y="742556"/>
                  </a:lnTo>
                  <a:lnTo>
                    <a:pt x="1458706" y="715679"/>
                  </a:lnTo>
                  <a:lnTo>
                    <a:pt x="1485616" y="675816"/>
                  </a:lnTo>
                  <a:lnTo>
                    <a:pt x="1495488" y="626999"/>
                  </a:lnTo>
                  <a:lnTo>
                    <a:pt x="1495488" y="125349"/>
                  </a:lnTo>
                  <a:lnTo>
                    <a:pt x="1485616" y="76563"/>
                  </a:lnTo>
                  <a:lnTo>
                    <a:pt x="1458706" y="36718"/>
                  </a:lnTo>
                  <a:lnTo>
                    <a:pt x="1418818" y="9852"/>
                  </a:lnTo>
                  <a:lnTo>
                    <a:pt x="1370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00112" y="5157851"/>
              <a:ext cx="1496060" cy="752475"/>
            </a:xfrm>
            <a:custGeom>
              <a:avLst/>
              <a:gdLst/>
              <a:ahLst/>
              <a:cxnLst/>
              <a:rect l="l" t="t" r="r" b="b"/>
              <a:pathLst>
                <a:path w="1496060" h="752475">
                  <a:moveTo>
                    <a:pt x="0" y="125349"/>
                  </a:moveTo>
                  <a:lnTo>
                    <a:pt x="9855" y="76563"/>
                  </a:lnTo>
                  <a:lnTo>
                    <a:pt x="36731" y="36718"/>
                  </a:lnTo>
                  <a:lnTo>
                    <a:pt x="76595" y="9852"/>
                  </a:lnTo>
                  <a:lnTo>
                    <a:pt x="125412" y="0"/>
                  </a:lnTo>
                  <a:lnTo>
                    <a:pt x="1370012" y="0"/>
                  </a:lnTo>
                  <a:lnTo>
                    <a:pt x="1418818" y="9852"/>
                  </a:lnTo>
                  <a:lnTo>
                    <a:pt x="1458706" y="36718"/>
                  </a:lnTo>
                  <a:lnTo>
                    <a:pt x="1485616" y="76563"/>
                  </a:lnTo>
                  <a:lnTo>
                    <a:pt x="1495488" y="125349"/>
                  </a:lnTo>
                  <a:lnTo>
                    <a:pt x="1495488" y="626999"/>
                  </a:lnTo>
                  <a:lnTo>
                    <a:pt x="1485616" y="675816"/>
                  </a:lnTo>
                  <a:lnTo>
                    <a:pt x="1458706" y="715679"/>
                  </a:lnTo>
                  <a:lnTo>
                    <a:pt x="1418818" y="742556"/>
                  </a:lnTo>
                  <a:lnTo>
                    <a:pt x="1370012" y="752411"/>
                  </a:lnTo>
                  <a:lnTo>
                    <a:pt x="125412" y="752411"/>
                  </a:lnTo>
                  <a:lnTo>
                    <a:pt x="76595" y="742556"/>
                  </a:lnTo>
                  <a:lnTo>
                    <a:pt x="36731" y="715679"/>
                  </a:lnTo>
                  <a:lnTo>
                    <a:pt x="9855" y="675816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107122" y="5457825"/>
            <a:ext cx="10795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1C1D21"/>
                </a:solidFill>
                <a:latin typeface="Verdana"/>
                <a:cs typeface="Verdana"/>
              </a:rPr>
              <a:t>HEX</a:t>
            </a:r>
            <a:r>
              <a:rPr dirty="0" sz="1200" spc="-60">
                <a:solidFill>
                  <a:srgbClr val="1C1D21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1C1D21"/>
                </a:solidFill>
                <a:latin typeface="Verdana"/>
                <a:cs typeface="Verdana"/>
              </a:rPr>
              <a:t>#FFFFFF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28963" y="5153088"/>
            <a:ext cx="1504950" cy="762000"/>
            <a:chOff x="2628963" y="5153088"/>
            <a:chExt cx="1504950" cy="762000"/>
          </a:xfrm>
        </p:grpSpPr>
        <p:sp>
          <p:nvSpPr>
            <p:cNvPr id="35" name="object 35"/>
            <p:cNvSpPr/>
            <p:nvPr/>
          </p:nvSpPr>
          <p:spPr>
            <a:xfrm>
              <a:off x="2633726" y="5157851"/>
              <a:ext cx="1495425" cy="752475"/>
            </a:xfrm>
            <a:custGeom>
              <a:avLst/>
              <a:gdLst/>
              <a:ahLst/>
              <a:cxnLst/>
              <a:rect l="l" t="t" r="r" b="b"/>
              <a:pathLst>
                <a:path w="1495425" h="752475">
                  <a:moveTo>
                    <a:pt x="1369949" y="0"/>
                  </a:moveTo>
                  <a:lnTo>
                    <a:pt x="125349" y="0"/>
                  </a:lnTo>
                  <a:lnTo>
                    <a:pt x="76563" y="9852"/>
                  </a:lnTo>
                  <a:lnTo>
                    <a:pt x="36718" y="36718"/>
                  </a:lnTo>
                  <a:lnTo>
                    <a:pt x="9852" y="76563"/>
                  </a:lnTo>
                  <a:lnTo>
                    <a:pt x="0" y="125349"/>
                  </a:lnTo>
                  <a:lnTo>
                    <a:pt x="0" y="626999"/>
                  </a:lnTo>
                  <a:lnTo>
                    <a:pt x="9852" y="675816"/>
                  </a:lnTo>
                  <a:lnTo>
                    <a:pt x="36718" y="715679"/>
                  </a:lnTo>
                  <a:lnTo>
                    <a:pt x="76563" y="742556"/>
                  </a:lnTo>
                  <a:lnTo>
                    <a:pt x="125349" y="752411"/>
                  </a:lnTo>
                  <a:lnTo>
                    <a:pt x="1369949" y="752411"/>
                  </a:lnTo>
                  <a:lnTo>
                    <a:pt x="1418754" y="742556"/>
                  </a:lnTo>
                  <a:lnTo>
                    <a:pt x="1458642" y="715679"/>
                  </a:lnTo>
                  <a:lnTo>
                    <a:pt x="1485552" y="675816"/>
                  </a:lnTo>
                  <a:lnTo>
                    <a:pt x="1495425" y="626999"/>
                  </a:lnTo>
                  <a:lnTo>
                    <a:pt x="1495425" y="125349"/>
                  </a:lnTo>
                  <a:lnTo>
                    <a:pt x="1485552" y="76563"/>
                  </a:lnTo>
                  <a:lnTo>
                    <a:pt x="1458642" y="36718"/>
                  </a:lnTo>
                  <a:lnTo>
                    <a:pt x="1418754" y="9852"/>
                  </a:lnTo>
                  <a:lnTo>
                    <a:pt x="1369949" y="0"/>
                  </a:lnTo>
                  <a:close/>
                </a:path>
              </a:pathLst>
            </a:custGeom>
            <a:solidFill>
              <a:srgbClr val="1C1D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2633726" y="5157851"/>
              <a:ext cx="1495425" cy="752475"/>
            </a:xfrm>
            <a:custGeom>
              <a:avLst/>
              <a:gdLst/>
              <a:ahLst/>
              <a:cxnLst/>
              <a:rect l="l" t="t" r="r" b="b"/>
              <a:pathLst>
                <a:path w="1495425" h="752475">
                  <a:moveTo>
                    <a:pt x="0" y="125349"/>
                  </a:moveTo>
                  <a:lnTo>
                    <a:pt x="9852" y="76563"/>
                  </a:lnTo>
                  <a:lnTo>
                    <a:pt x="36718" y="36718"/>
                  </a:lnTo>
                  <a:lnTo>
                    <a:pt x="76563" y="9852"/>
                  </a:lnTo>
                  <a:lnTo>
                    <a:pt x="125349" y="0"/>
                  </a:lnTo>
                  <a:lnTo>
                    <a:pt x="1369949" y="0"/>
                  </a:lnTo>
                  <a:lnTo>
                    <a:pt x="1418754" y="9852"/>
                  </a:lnTo>
                  <a:lnTo>
                    <a:pt x="1458642" y="36718"/>
                  </a:lnTo>
                  <a:lnTo>
                    <a:pt x="1485552" y="76563"/>
                  </a:lnTo>
                  <a:lnTo>
                    <a:pt x="1495425" y="125349"/>
                  </a:lnTo>
                  <a:lnTo>
                    <a:pt x="1495425" y="626999"/>
                  </a:lnTo>
                  <a:lnTo>
                    <a:pt x="1485552" y="675816"/>
                  </a:lnTo>
                  <a:lnTo>
                    <a:pt x="1458642" y="715679"/>
                  </a:lnTo>
                  <a:lnTo>
                    <a:pt x="1418754" y="742556"/>
                  </a:lnTo>
                  <a:lnTo>
                    <a:pt x="1369949" y="752411"/>
                  </a:lnTo>
                  <a:lnTo>
                    <a:pt x="125349" y="752411"/>
                  </a:lnTo>
                  <a:lnTo>
                    <a:pt x="76563" y="742556"/>
                  </a:lnTo>
                  <a:lnTo>
                    <a:pt x="36718" y="715679"/>
                  </a:lnTo>
                  <a:lnTo>
                    <a:pt x="9852" y="675816"/>
                  </a:lnTo>
                  <a:lnTo>
                    <a:pt x="0" y="626999"/>
                  </a:lnTo>
                  <a:lnTo>
                    <a:pt x="0" y="125349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2872739" y="5457825"/>
            <a:ext cx="10229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Verdana"/>
                <a:cs typeface="Verdana"/>
              </a:rPr>
              <a:t>HEX</a:t>
            </a:r>
            <a:r>
              <a:rPr dirty="0" sz="1200" spc="-5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FFFFFF"/>
                </a:solidFill>
                <a:latin typeface="Verdana"/>
                <a:cs typeface="Verdana"/>
              </a:rPr>
              <a:t>#1C1D22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52500" y="409575"/>
            <a:ext cx="6267450" cy="619125"/>
          </a:xfrm>
          <a:custGeom>
            <a:avLst/>
            <a:gdLst/>
            <a:ahLst/>
            <a:cxnLst/>
            <a:rect l="l" t="t" r="r" b="b"/>
            <a:pathLst>
              <a:path w="6267450" h="619125">
                <a:moveTo>
                  <a:pt x="6117463" y="0"/>
                </a:moveTo>
                <a:lnTo>
                  <a:pt x="150012" y="0"/>
                </a:lnTo>
                <a:lnTo>
                  <a:pt x="102594" y="7649"/>
                </a:lnTo>
                <a:lnTo>
                  <a:pt x="61414" y="28947"/>
                </a:lnTo>
                <a:lnTo>
                  <a:pt x="28942" y="61420"/>
                </a:lnTo>
                <a:lnTo>
                  <a:pt x="7647" y="102591"/>
                </a:lnTo>
                <a:lnTo>
                  <a:pt x="0" y="149987"/>
                </a:lnTo>
                <a:lnTo>
                  <a:pt x="0" y="469138"/>
                </a:lnTo>
                <a:lnTo>
                  <a:pt x="7647" y="516533"/>
                </a:lnTo>
                <a:lnTo>
                  <a:pt x="28942" y="557704"/>
                </a:lnTo>
                <a:lnTo>
                  <a:pt x="61414" y="590177"/>
                </a:lnTo>
                <a:lnTo>
                  <a:pt x="102594" y="611475"/>
                </a:lnTo>
                <a:lnTo>
                  <a:pt x="150012" y="619125"/>
                </a:lnTo>
                <a:lnTo>
                  <a:pt x="6117463" y="619125"/>
                </a:lnTo>
                <a:lnTo>
                  <a:pt x="6164858" y="611475"/>
                </a:lnTo>
                <a:lnTo>
                  <a:pt x="6206029" y="590177"/>
                </a:lnTo>
                <a:lnTo>
                  <a:pt x="6238502" y="557704"/>
                </a:lnTo>
                <a:lnTo>
                  <a:pt x="6259800" y="516533"/>
                </a:lnTo>
                <a:lnTo>
                  <a:pt x="6267450" y="469138"/>
                </a:lnTo>
                <a:lnTo>
                  <a:pt x="6267450" y="149987"/>
                </a:lnTo>
                <a:lnTo>
                  <a:pt x="6259800" y="102591"/>
                </a:lnTo>
                <a:lnTo>
                  <a:pt x="6238502" y="61420"/>
                </a:lnTo>
                <a:lnTo>
                  <a:pt x="6206029" y="28947"/>
                </a:lnTo>
                <a:lnTo>
                  <a:pt x="6164858" y="7649"/>
                </a:lnTo>
                <a:lnTo>
                  <a:pt x="6117463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40738" y="525144"/>
            <a:ext cx="5427980" cy="3352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95">
                <a:solidFill>
                  <a:srgbClr val="FFFFFF"/>
                </a:solidFill>
              </a:rPr>
              <a:t>ЛОГОТИПЫ</a:t>
            </a:r>
            <a:r>
              <a:rPr dirty="0" spc="-35">
                <a:solidFill>
                  <a:srgbClr val="FFFFFF"/>
                </a:solidFill>
              </a:rPr>
              <a:t> </a:t>
            </a:r>
            <a:r>
              <a:rPr dirty="0" spc="105">
                <a:solidFill>
                  <a:srgbClr val="FFFFFF"/>
                </a:solidFill>
              </a:rPr>
              <a:t>ПОСТАНОВЩИКОВ</a:t>
            </a:r>
            <a:r>
              <a:rPr dirty="0" spc="-65">
                <a:solidFill>
                  <a:srgbClr val="FFFFFF"/>
                </a:solidFill>
              </a:rPr>
              <a:t> </a:t>
            </a:r>
            <a:r>
              <a:rPr dirty="0" spc="100">
                <a:solidFill>
                  <a:srgbClr val="FFFFFF"/>
                </a:solidFill>
              </a:rPr>
              <a:t>ЗАДАЧ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7685658" y="475297"/>
            <a:ext cx="4008120" cy="483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Verdana"/>
                <a:cs typeface="Verdana"/>
              </a:rPr>
              <a:t>Черные</a:t>
            </a:r>
            <a:r>
              <a:rPr dirty="0" sz="1500" spc="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1500" spc="45">
                <a:solidFill>
                  <a:srgbClr val="FFFFFF"/>
                </a:solidFill>
                <a:latin typeface="Verdana"/>
                <a:cs typeface="Verdana"/>
              </a:rPr>
              <a:t>версии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u="sng" sz="1500" spc="-4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cs typeface="Verdana"/>
                <a:hlinkClick r:id="rId25"/>
              </a:rPr>
              <a:t>https://disk.yandex.ru/d/PXfwjMA16G2aTw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98462" y="1416113"/>
            <a:ext cx="80137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10" b="1">
                <a:solidFill>
                  <a:srgbClr val="FFFFFF"/>
                </a:solidFill>
                <a:latin typeface="Tahoma"/>
                <a:cs typeface="Tahoma"/>
              </a:rPr>
              <a:t>ГОРОД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28" name="object 28" descr=" 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90525" y="1866900"/>
            <a:ext cx="1990725" cy="438150"/>
          </a:xfrm>
          <a:prstGeom prst="rect">
            <a:avLst/>
          </a:prstGeom>
        </p:spPr>
      </p:pic>
      <p:pic>
        <p:nvPicPr>
          <p:cNvPr id="14" name="object 14" descr=" 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3181350" y="1914525"/>
            <a:ext cx="2362200" cy="323850"/>
          </a:xfrm>
          <a:prstGeom prst="rect">
            <a:avLst/>
          </a:prstGeom>
        </p:spPr>
      </p:pic>
      <p:pic>
        <p:nvPicPr>
          <p:cNvPr id="13" name="object 13" descr=" 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15125" y="1857375"/>
            <a:ext cx="1238250" cy="438150"/>
          </a:xfrm>
          <a:prstGeom prst="rect">
            <a:avLst/>
          </a:prstGeom>
        </p:spPr>
      </p:pic>
      <p:pic>
        <p:nvPicPr>
          <p:cNvPr id="15" name="object 15" descr=" 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01150" y="1857375"/>
            <a:ext cx="1438275" cy="438150"/>
          </a:xfrm>
          <a:prstGeom prst="rect">
            <a:avLst/>
          </a:prstGeom>
        </p:spPr>
      </p:pic>
      <p:pic>
        <p:nvPicPr>
          <p:cNvPr id="8" name="object 8" descr=" 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0525" y="2743200"/>
            <a:ext cx="1152525" cy="495300"/>
          </a:xfrm>
          <a:prstGeom prst="rect">
            <a:avLst/>
          </a:prstGeom>
        </p:spPr>
      </p:pic>
      <p:pic>
        <p:nvPicPr>
          <p:cNvPr id="5" name="object 5" descr=" 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0350" y="2743200"/>
            <a:ext cx="2333625" cy="495300"/>
          </a:xfrm>
          <a:prstGeom prst="rect">
            <a:avLst/>
          </a:prstGeom>
        </p:spPr>
      </p:pic>
      <p:pic>
        <p:nvPicPr>
          <p:cNvPr id="10" name="object 10" descr=" 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96000" y="2743200"/>
            <a:ext cx="1504950" cy="504825"/>
          </a:xfrm>
          <a:prstGeom prst="rect">
            <a:avLst/>
          </a:prstGeom>
        </p:spPr>
      </p:pic>
      <p:pic>
        <p:nvPicPr>
          <p:cNvPr id="6" name="object 6" descr=" 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24900" y="2743200"/>
            <a:ext cx="1914525" cy="495300"/>
          </a:xfrm>
          <a:prstGeom prst="rect">
            <a:avLst/>
          </a:prstGeom>
        </p:spPr>
      </p:pic>
      <p:pic>
        <p:nvPicPr>
          <p:cNvPr id="9" name="object 9" descr=" 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0525" y="3676650"/>
            <a:ext cx="1295400" cy="504825"/>
          </a:xfrm>
          <a:prstGeom prst="rect">
            <a:avLst/>
          </a:prstGeom>
        </p:spPr>
      </p:pic>
      <p:pic>
        <p:nvPicPr>
          <p:cNvPr id="11" name="object 11" descr=" 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695575" y="3676650"/>
            <a:ext cx="1257300" cy="495300"/>
          </a:xfrm>
          <a:prstGeom prst="rect">
            <a:avLst/>
          </a:prstGeom>
        </p:spPr>
      </p:pic>
      <p:pic>
        <p:nvPicPr>
          <p:cNvPr id="12" name="object 12" descr=" 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914900" y="3676650"/>
            <a:ext cx="2876550" cy="438150"/>
          </a:xfrm>
          <a:prstGeom prst="rect">
            <a:avLst/>
          </a:prstGeom>
        </p:spPr>
      </p:pic>
      <p:pic>
        <p:nvPicPr>
          <p:cNvPr id="7" name="object 7" descr=" 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01100" y="3676650"/>
            <a:ext cx="1828800" cy="504825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398462" y="4559236"/>
            <a:ext cx="9232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85" b="1">
                <a:solidFill>
                  <a:srgbClr val="FFFFFF"/>
                </a:solidFill>
                <a:latin typeface="Tahoma"/>
                <a:cs typeface="Tahoma"/>
              </a:rPr>
              <a:t>БИЗНЕС</a:t>
            </a:r>
            <a:endParaRPr sz="1550">
              <a:latin typeface="Tahoma"/>
              <a:cs typeface="Tahoma"/>
            </a:endParaRPr>
          </a:p>
        </p:txBody>
      </p:sp>
      <p:pic>
        <p:nvPicPr>
          <p:cNvPr id="18" name="object 18" descr=" 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90525" y="5010150"/>
            <a:ext cx="1428750" cy="447675"/>
          </a:xfrm>
          <a:prstGeom prst="rect">
            <a:avLst/>
          </a:prstGeom>
        </p:spPr>
      </p:pic>
      <p:pic>
        <p:nvPicPr>
          <p:cNvPr id="19" name="object 19" descr=" 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466975" y="5067300"/>
            <a:ext cx="2343150" cy="333375"/>
          </a:xfrm>
          <a:prstGeom prst="rect">
            <a:avLst/>
          </a:prstGeom>
        </p:spPr>
      </p:pic>
      <p:pic>
        <p:nvPicPr>
          <p:cNvPr id="20" name="object 20" descr=" 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57825" y="5010150"/>
            <a:ext cx="1752600" cy="447675"/>
          </a:xfrm>
          <a:prstGeom prst="rect">
            <a:avLst/>
          </a:prstGeom>
        </p:spPr>
      </p:pic>
      <p:pic>
        <p:nvPicPr>
          <p:cNvPr id="21" name="object 21" descr=" 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858125" y="5010150"/>
            <a:ext cx="1885950" cy="447675"/>
          </a:xfrm>
          <a:prstGeom prst="rect">
            <a:avLst/>
          </a:prstGeom>
        </p:spPr>
      </p:pic>
      <p:pic>
        <p:nvPicPr>
          <p:cNvPr id="22" name="object 22" descr=" 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382250" y="5010150"/>
            <a:ext cx="1419225" cy="447675"/>
          </a:xfrm>
          <a:prstGeom prst="rect">
            <a:avLst/>
          </a:prstGeom>
        </p:spPr>
      </p:pic>
      <p:pic>
        <p:nvPicPr>
          <p:cNvPr id="17" name="object 17" descr=" 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0525" y="5972175"/>
            <a:ext cx="1971675" cy="276225"/>
          </a:xfrm>
          <a:prstGeom prst="rect">
            <a:avLst/>
          </a:prstGeom>
        </p:spPr>
      </p:pic>
      <p:pic>
        <p:nvPicPr>
          <p:cNvPr id="16" name="object 16" descr=" 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857500" y="5953125"/>
            <a:ext cx="1885950" cy="314325"/>
          </a:xfrm>
          <a:prstGeom prst="rect">
            <a:avLst/>
          </a:prstGeom>
        </p:spPr>
      </p:pic>
      <p:pic>
        <p:nvPicPr>
          <p:cNvPr id="23" name="object 23" descr=" 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238750" y="6000750"/>
            <a:ext cx="2219325" cy="228600"/>
          </a:xfrm>
          <a:prstGeom prst="rect">
            <a:avLst/>
          </a:prstGeom>
        </p:spPr>
      </p:pic>
      <p:pic>
        <p:nvPicPr>
          <p:cNvPr id="24" name="object 24" descr=" 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953375" y="5876925"/>
            <a:ext cx="1885950" cy="466725"/>
          </a:xfrm>
          <a:prstGeom prst="rect">
            <a:avLst/>
          </a:prstGeom>
        </p:spPr>
      </p:pic>
      <p:pic>
        <p:nvPicPr>
          <p:cNvPr id="25" name="object 25" descr=" 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334625" y="5857875"/>
            <a:ext cx="1466850" cy="276225"/>
          </a:xfrm>
          <a:prstGeom prst="rect">
            <a:avLst/>
          </a:prstGeom>
        </p:spPr>
      </p:pic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022" rIns="0" bIns="0" rtlCol="0" vert="horz">
            <a:spAutoFit/>
          </a:bodyPr>
          <a:lstStyle/>
          <a:p>
            <a:pPr marL="61594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 spc="-50"/>
              <a:t>4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-4762" y="-4762"/>
            <a:ext cx="5843905" cy="1986280"/>
            <a:chOff x="-4762" y="-4762"/>
            <a:chExt cx="5843905" cy="1986280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834380" cy="1976755"/>
            </a:xfrm>
            <a:custGeom>
              <a:avLst/>
              <a:gdLst/>
              <a:ahLst/>
              <a:cxnLst/>
              <a:rect l="l" t="t" r="r" b="b"/>
              <a:pathLst>
                <a:path w="5834380" h="1976755">
                  <a:moveTo>
                    <a:pt x="5834126" y="0"/>
                  </a:moveTo>
                  <a:lnTo>
                    <a:pt x="5834126" y="1751964"/>
                  </a:lnTo>
                  <a:lnTo>
                    <a:pt x="5829561" y="1797195"/>
                  </a:lnTo>
                  <a:lnTo>
                    <a:pt x="5816473" y="1839321"/>
                  </a:lnTo>
                  <a:lnTo>
                    <a:pt x="5795764" y="1877440"/>
                  </a:lnTo>
                  <a:lnTo>
                    <a:pt x="5768340" y="1910651"/>
                  </a:lnTo>
                  <a:lnTo>
                    <a:pt x="5735105" y="1938052"/>
                  </a:lnTo>
                  <a:lnTo>
                    <a:pt x="5696966" y="1958740"/>
                  </a:lnTo>
                  <a:lnTo>
                    <a:pt x="5654825" y="1971815"/>
                  </a:lnTo>
                  <a:lnTo>
                    <a:pt x="5609590" y="1976374"/>
                  </a:lnTo>
                  <a:lnTo>
                    <a:pt x="0" y="1976374"/>
                  </a:lnTo>
                </a:path>
              </a:pathLst>
            </a:custGeom>
            <a:ln w="9525">
              <a:solidFill>
                <a:srgbClr val="FFD5E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 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375" y="790575"/>
              <a:ext cx="1847850" cy="352425"/>
            </a:xfrm>
            <a:prstGeom prst="rect">
              <a:avLst/>
            </a:prstGeom>
          </p:spPr>
        </p:pic>
      </p:grpSp>
      <p:sp>
        <p:nvSpPr>
          <p:cNvPr id="3" name="object 3"/>
          <p:cNvSpPr txBox="1"/>
          <p:nvPr/>
        </p:nvSpPr>
        <p:spPr>
          <a:xfrm>
            <a:off x="347662" y="4307585"/>
            <a:ext cx="5732145" cy="758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95">
                <a:solidFill>
                  <a:srgbClr val="F1F1F1"/>
                </a:solidFill>
                <a:latin typeface="Verdana"/>
                <a:cs typeface="Verdana"/>
              </a:rPr>
              <a:t>Команда</a:t>
            </a:r>
            <a:r>
              <a:rPr dirty="0" sz="4800" spc="-39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4800" spc="-105">
                <a:solidFill>
                  <a:srgbClr val="F1F1F1"/>
                </a:solidFill>
                <a:latin typeface="Verdana"/>
                <a:cs typeface="Verdana"/>
              </a:rPr>
              <a:t>:Sporbita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3075" y="4229100"/>
            <a:ext cx="1028700" cy="10382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39" y="5732462"/>
            <a:ext cx="8656955" cy="5486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12700" marR="5080" indent="268605">
              <a:lnSpc>
                <a:spcPts val="1950"/>
              </a:lnSpc>
              <a:spcBef>
                <a:spcPts val="340"/>
              </a:spcBef>
            </a:pPr>
            <a:r>
              <a:rPr dirty="0" sz="1800" spc="-10">
                <a:solidFill>
                  <a:srgbClr val="F1F1F1"/>
                </a:solidFill>
                <a:latin typeface="Verdana"/>
                <a:cs typeface="Verdana"/>
              </a:rPr>
              <a:t>Задача</a:t>
            </a:r>
            <a:r>
              <a:rPr dirty="0" sz="1800" spc="-3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75">
                <a:solidFill>
                  <a:srgbClr val="F1F1F1"/>
                </a:solidFill>
                <a:latin typeface="Verdana"/>
                <a:cs typeface="Verdana"/>
              </a:rPr>
              <a:t>номер</a:t>
            </a:r>
            <a:r>
              <a:rPr dirty="0" sz="1800" spc="-7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-235">
                <a:solidFill>
                  <a:srgbClr val="F1F1F1"/>
                </a:solidFill>
                <a:latin typeface="Verdana"/>
                <a:cs typeface="Verdana"/>
              </a:rPr>
              <a:t>10</a:t>
            </a:r>
            <a:r>
              <a:rPr dirty="0" sz="1800" spc="-10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-434">
                <a:solidFill>
                  <a:srgbClr val="F1F1F1"/>
                </a:solidFill>
                <a:latin typeface="Verdana"/>
                <a:cs typeface="Verdana"/>
              </a:rPr>
              <a:t>:</a:t>
            </a:r>
            <a:r>
              <a:rPr dirty="0" sz="1800" spc="-8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Сканер</a:t>
            </a:r>
            <a:r>
              <a:rPr dirty="0" sz="1800" spc="-7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российских</a:t>
            </a:r>
            <a:r>
              <a:rPr dirty="0" sz="1800" spc="-8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вин</a:t>
            </a:r>
            <a:r>
              <a:rPr dirty="0" sz="1800" spc="-5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с</a:t>
            </a:r>
            <a:r>
              <a:rPr dirty="0" sz="1800" spc="-160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55">
                <a:solidFill>
                  <a:srgbClr val="F1F1F1"/>
                </a:solidFill>
                <a:latin typeface="Verdana"/>
                <a:cs typeface="Verdana"/>
              </a:rPr>
              <a:t>описанием</a:t>
            </a:r>
            <a:r>
              <a:rPr dirty="0" sz="1800" spc="-2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на</a:t>
            </a:r>
            <a:r>
              <a:rPr dirty="0" sz="1800" spc="-114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F1F1F1"/>
                </a:solidFill>
                <a:latin typeface="Verdana"/>
                <a:cs typeface="Verdana"/>
              </a:rPr>
              <a:t>платформе </a:t>
            </a:r>
            <a:r>
              <a:rPr dirty="0" sz="1800">
                <a:solidFill>
                  <a:srgbClr val="F1F1F1"/>
                </a:solidFill>
                <a:latin typeface="Verdana"/>
                <a:cs typeface="Verdana"/>
              </a:rPr>
              <a:t>Свое</a:t>
            </a:r>
            <a:r>
              <a:rPr dirty="0" sz="1800" spc="-55">
                <a:solidFill>
                  <a:srgbClr val="F1F1F1"/>
                </a:solidFill>
                <a:latin typeface="Verdana"/>
                <a:cs typeface="Verdana"/>
              </a:rPr>
              <a:t> </a:t>
            </a:r>
            <a:r>
              <a:rPr dirty="0" sz="1800" spc="60">
                <a:solidFill>
                  <a:srgbClr val="F1F1F1"/>
                </a:solidFill>
                <a:latin typeface="Verdana"/>
                <a:cs typeface="Verdana"/>
              </a:rPr>
              <a:t>Вино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1890375" cy="6858000"/>
            <a:chOff x="0" y="0"/>
            <a:chExt cx="11890375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1890172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2971800"/>
              <a:ext cx="6457950" cy="3886200"/>
            </a:xfrm>
            <a:custGeom>
              <a:avLst/>
              <a:gdLst/>
              <a:ahLst/>
              <a:cxnLst/>
              <a:rect l="l" t="t" r="r" b="b"/>
              <a:pathLst>
                <a:path w="6457950" h="3886200">
                  <a:moveTo>
                    <a:pt x="6457950" y="0"/>
                  </a:moveTo>
                  <a:lnTo>
                    <a:pt x="0" y="0"/>
                  </a:lnTo>
                  <a:lnTo>
                    <a:pt x="0" y="3886200"/>
                  </a:lnTo>
                  <a:lnTo>
                    <a:pt x="6457950" y="3886200"/>
                  </a:lnTo>
                  <a:lnTo>
                    <a:pt x="6457950" y="0"/>
                  </a:lnTo>
                  <a:close/>
                </a:path>
              </a:pathLst>
            </a:custGeom>
            <a:solidFill>
              <a:srgbClr val="DCCEE3">
                <a:alpha val="49803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1100" y="762000"/>
              <a:ext cx="3400425" cy="1571625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904101" y="1621472"/>
            <a:ext cx="314960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520977"/>
                </a:solidFill>
              </a:rPr>
              <a:t>Команда:</a:t>
            </a:r>
            <a:r>
              <a:rPr dirty="0" sz="2400" spc="225">
                <a:solidFill>
                  <a:srgbClr val="520977"/>
                </a:solidFill>
              </a:rPr>
              <a:t> </a:t>
            </a:r>
            <a:r>
              <a:rPr dirty="0" sz="2400" spc="35">
                <a:solidFill>
                  <a:srgbClr val="520977"/>
                </a:solidFill>
              </a:rPr>
              <a:t>Sportbita</a:t>
            </a:r>
            <a:endParaRPr sz="2400"/>
          </a:p>
        </p:txBody>
      </p:sp>
      <p:sp>
        <p:nvSpPr>
          <p:cNvPr id="6" name="object 6"/>
          <p:cNvSpPr txBox="1"/>
          <p:nvPr/>
        </p:nvSpPr>
        <p:spPr>
          <a:xfrm>
            <a:off x="414019" y="3513137"/>
            <a:ext cx="5273040" cy="2196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130" b="1">
                <a:solidFill>
                  <a:srgbClr val="520977"/>
                </a:solidFill>
                <a:latin typeface="Tahoma"/>
                <a:cs typeface="Tahoma"/>
              </a:rPr>
              <a:t>О</a:t>
            </a:r>
            <a:r>
              <a:rPr dirty="0" sz="1550" spc="1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550" spc="80" b="1">
                <a:solidFill>
                  <a:srgbClr val="520977"/>
                </a:solidFill>
                <a:latin typeface="Tahoma"/>
                <a:cs typeface="Tahoma"/>
              </a:rPr>
              <a:t>команде</a:t>
            </a:r>
            <a:endParaRPr sz="1550">
              <a:latin typeface="Tahoma"/>
              <a:cs typeface="Tahoma"/>
            </a:endParaRPr>
          </a:p>
          <a:p>
            <a:pPr marL="156845" marR="5080" indent="-144145">
              <a:lnSpc>
                <a:spcPct val="120700"/>
              </a:lnSpc>
              <a:spcBef>
                <a:spcPts val="1085"/>
              </a:spcBef>
              <a:buClr>
                <a:srgbClr val="FF0052"/>
              </a:buClr>
              <a:buFont typeface="Wingdings"/>
              <a:buChar char=""/>
              <a:tabLst>
                <a:tab pos="156845" algn="l"/>
              </a:tabLst>
            </a:pPr>
            <a:r>
              <a:rPr dirty="0" sz="1400" b="1">
                <a:latin typeface="Tahoma"/>
                <a:cs typeface="Tahoma"/>
              </a:rPr>
              <a:t>Капитан:</a:t>
            </a:r>
            <a:r>
              <a:rPr dirty="0" sz="1400" spc="114" b="1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Иванов</a:t>
            </a:r>
            <a:r>
              <a:rPr dirty="0" sz="1400" spc="135" b="1">
                <a:latin typeface="Tahoma"/>
                <a:cs typeface="Tahoma"/>
              </a:rPr>
              <a:t> </a:t>
            </a:r>
            <a:r>
              <a:rPr dirty="0" sz="1400" spc="75" b="1">
                <a:latin typeface="Tahoma"/>
                <a:cs typeface="Tahoma"/>
              </a:rPr>
              <a:t>Григорий</a:t>
            </a:r>
            <a:r>
              <a:rPr dirty="0" sz="1400" spc="70" b="1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Сергеевич</a:t>
            </a:r>
            <a:r>
              <a:rPr dirty="0" sz="1400">
                <a:latin typeface="Verdana"/>
                <a:cs typeface="Verdana"/>
              </a:rPr>
              <a:t>,</a:t>
            </a:r>
            <a:r>
              <a:rPr dirty="0" sz="1400" spc="3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руководитель </a:t>
            </a:r>
            <a:r>
              <a:rPr dirty="0" sz="1400">
                <a:latin typeface="Verdana"/>
                <a:cs typeface="Verdana"/>
              </a:rPr>
              <a:t>отдела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разработки</a:t>
            </a:r>
            <a:r>
              <a:rPr dirty="0" sz="1400" spc="20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компьютерного</a:t>
            </a:r>
            <a:r>
              <a:rPr dirty="0" sz="1400" spc="-90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зрения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 spc="80">
                <a:latin typeface="Verdana"/>
                <a:cs typeface="Verdana"/>
              </a:rPr>
              <a:t>и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AGI</a:t>
            </a:r>
            <a:endParaRPr sz="1400">
              <a:latin typeface="Verdana"/>
              <a:cs typeface="Verdana"/>
            </a:endParaRPr>
          </a:p>
          <a:p>
            <a:pPr marL="156845" indent="-144145">
              <a:lnSpc>
                <a:spcPct val="100000"/>
              </a:lnSpc>
              <a:spcBef>
                <a:spcPts val="345"/>
              </a:spcBef>
              <a:buClr>
                <a:srgbClr val="FF0052"/>
              </a:buClr>
              <a:buFont typeface="Wingdings"/>
              <a:buChar char=""/>
              <a:tabLst>
                <a:tab pos="156845" algn="l"/>
              </a:tabLst>
            </a:pPr>
            <a:r>
              <a:rPr dirty="0" sz="1400" b="1">
                <a:latin typeface="Tahoma"/>
                <a:cs typeface="Tahoma"/>
              </a:rPr>
              <a:t>Кол-</a:t>
            </a:r>
            <a:r>
              <a:rPr dirty="0" sz="1400" spc="55" b="1">
                <a:latin typeface="Tahoma"/>
                <a:cs typeface="Tahoma"/>
              </a:rPr>
              <a:t>во</a:t>
            </a:r>
            <a:r>
              <a:rPr dirty="0" sz="1400" spc="100" b="1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участников:</a:t>
            </a:r>
            <a:r>
              <a:rPr dirty="0" sz="1400" spc="135" b="1">
                <a:latin typeface="Tahoma"/>
                <a:cs typeface="Tahoma"/>
              </a:rPr>
              <a:t> </a:t>
            </a:r>
            <a:r>
              <a:rPr dirty="0" sz="1400" spc="-5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  <a:p>
            <a:pPr marL="156845" indent="-144145">
              <a:lnSpc>
                <a:spcPct val="100000"/>
              </a:lnSpc>
              <a:spcBef>
                <a:spcPts val="345"/>
              </a:spcBef>
              <a:buClr>
                <a:srgbClr val="FF0052"/>
              </a:buClr>
              <a:buFont typeface="Wingdings"/>
              <a:buChar char=""/>
              <a:tabLst>
                <a:tab pos="156845" algn="l"/>
              </a:tabLst>
            </a:pPr>
            <a:r>
              <a:rPr dirty="0" sz="1400" spc="45" b="1">
                <a:latin typeface="Tahoma"/>
                <a:cs typeface="Tahoma"/>
              </a:rPr>
              <a:t>Краткое</a:t>
            </a:r>
            <a:r>
              <a:rPr dirty="0" sz="1400" spc="40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описание: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1400">
                <a:solidFill>
                  <a:srgbClr val="FF0052"/>
                </a:solidFill>
                <a:latin typeface="Verdana"/>
                <a:cs typeface="Verdana"/>
              </a:rPr>
              <a:t>-</a:t>
            </a:r>
            <a:r>
              <a:rPr dirty="0" sz="1400" spc="55">
                <a:solidFill>
                  <a:srgbClr val="FF0052"/>
                </a:solidFill>
                <a:latin typeface="Verdana"/>
                <a:cs typeface="Verdana"/>
              </a:rPr>
              <a:t> </a:t>
            </a:r>
            <a:r>
              <a:rPr dirty="0" sz="1400" spc="45" i="1">
                <a:latin typeface="Verdana"/>
                <a:cs typeface="Verdana"/>
              </a:rPr>
              <a:t>Совместная</a:t>
            </a:r>
            <a:r>
              <a:rPr dirty="0" sz="1400" spc="-114" i="1">
                <a:latin typeface="Verdana"/>
                <a:cs typeface="Verdana"/>
              </a:rPr>
              <a:t> </a:t>
            </a:r>
            <a:r>
              <a:rPr dirty="0" sz="1400" spc="45" i="1">
                <a:latin typeface="Verdana"/>
                <a:cs typeface="Verdana"/>
              </a:rPr>
              <a:t>работа</a:t>
            </a:r>
            <a:endParaRPr sz="1400">
              <a:latin typeface="Verdana"/>
              <a:cs typeface="Verdana"/>
            </a:endParaRPr>
          </a:p>
          <a:p>
            <a:pPr marL="156210" indent="-143510">
              <a:lnSpc>
                <a:spcPct val="100000"/>
              </a:lnSpc>
              <a:spcBef>
                <a:spcPts val="350"/>
              </a:spcBef>
              <a:buClr>
                <a:srgbClr val="FF0052"/>
              </a:buClr>
              <a:buFont typeface="Wingdings"/>
              <a:buChar char=""/>
              <a:tabLst>
                <a:tab pos="156210" algn="l"/>
              </a:tabLst>
            </a:pPr>
            <a:r>
              <a:rPr dirty="0" sz="1400" spc="-10" i="1">
                <a:latin typeface="Verdana"/>
                <a:cs typeface="Verdana"/>
              </a:rPr>
              <a:t>SCENT</a:t>
            </a:r>
            <a:endParaRPr sz="1400">
              <a:latin typeface="Verdana"/>
              <a:cs typeface="Verdana"/>
            </a:endParaRPr>
          </a:p>
          <a:p>
            <a:pPr marL="156210" indent="-143510">
              <a:lnSpc>
                <a:spcPct val="100000"/>
              </a:lnSpc>
              <a:spcBef>
                <a:spcPts val="275"/>
              </a:spcBef>
              <a:buClr>
                <a:srgbClr val="FF0052"/>
              </a:buClr>
              <a:buFont typeface="Wingdings"/>
              <a:buChar char=""/>
              <a:tabLst>
                <a:tab pos="156210" algn="l"/>
              </a:tabLst>
            </a:pPr>
            <a:r>
              <a:rPr dirty="0" sz="1400" spc="60" b="1">
                <a:latin typeface="Tahoma"/>
                <a:cs typeface="Tahoma"/>
              </a:rPr>
              <a:t>Город</a:t>
            </a:r>
            <a:r>
              <a:rPr dirty="0" sz="1400" spc="95" b="1">
                <a:latin typeface="Tahoma"/>
                <a:cs typeface="Tahoma"/>
              </a:rPr>
              <a:t> </a:t>
            </a:r>
            <a:r>
              <a:rPr dirty="0" sz="1400" spc="90" b="1">
                <a:latin typeface="Tahoma"/>
                <a:cs typeface="Tahoma"/>
              </a:rPr>
              <a:t>и</a:t>
            </a:r>
            <a:r>
              <a:rPr dirty="0" sz="1400" spc="75" b="1">
                <a:latin typeface="Tahoma"/>
                <a:cs typeface="Tahoma"/>
              </a:rPr>
              <a:t> </a:t>
            </a:r>
            <a:r>
              <a:rPr dirty="0" sz="1400" b="1">
                <a:latin typeface="Tahoma"/>
                <a:cs typeface="Tahoma"/>
              </a:rPr>
              <a:t>регион:</a:t>
            </a:r>
            <a:r>
              <a:rPr dirty="0" sz="1400" spc="-5" b="1">
                <a:latin typeface="Tahoma"/>
                <a:cs typeface="Tahoma"/>
              </a:rPr>
              <a:t> </a:t>
            </a:r>
            <a:r>
              <a:rPr dirty="0" sz="1400" spc="-10" b="1">
                <a:latin typeface="Tahoma"/>
                <a:cs typeface="Tahoma"/>
              </a:rPr>
              <a:t>г.Киров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12" y="2236851"/>
            <a:ext cx="11381105" cy="2212975"/>
            <a:chOff x="404812" y="2236851"/>
            <a:chExt cx="11381105" cy="2212975"/>
          </a:xfrm>
        </p:grpSpPr>
        <p:sp>
          <p:nvSpPr>
            <p:cNvPr id="9" name="object 9"/>
            <p:cNvSpPr/>
            <p:nvPr/>
          </p:nvSpPr>
          <p:spPr>
            <a:xfrm>
              <a:off x="6881876" y="2243201"/>
              <a:ext cx="4904105" cy="2200275"/>
            </a:xfrm>
            <a:custGeom>
              <a:avLst/>
              <a:gdLst/>
              <a:ahLst/>
              <a:cxnLst/>
              <a:rect l="l" t="t" r="r" b="b"/>
              <a:pathLst>
                <a:path w="4904105" h="2200275">
                  <a:moveTo>
                    <a:pt x="0" y="0"/>
                  </a:moveTo>
                  <a:lnTo>
                    <a:pt x="4884801" y="0"/>
                  </a:lnTo>
                </a:path>
                <a:path w="4904105" h="2200275">
                  <a:moveTo>
                    <a:pt x="19050" y="2200275"/>
                  </a:moveTo>
                  <a:lnTo>
                    <a:pt x="4903851" y="2200275"/>
                  </a:lnTo>
                </a:path>
              </a:pathLst>
            </a:custGeom>
            <a:ln w="12700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04812" y="3452876"/>
              <a:ext cx="5700395" cy="0"/>
            </a:xfrm>
            <a:custGeom>
              <a:avLst/>
              <a:gdLst/>
              <a:ahLst/>
              <a:cxnLst/>
              <a:rect l="l" t="t" r="r" b="b"/>
              <a:pathLst>
                <a:path w="5700395" h="0">
                  <a:moveTo>
                    <a:pt x="0" y="0"/>
                  </a:moveTo>
                  <a:lnTo>
                    <a:pt x="5700204" y="0"/>
                  </a:lnTo>
                </a:path>
              </a:pathLst>
            </a:custGeom>
            <a:ln w="6350">
              <a:solidFill>
                <a:srgbClr val="5209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904101" y="2226585"/>
            <a:ext cx="4781550" cy="152971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550" spc="70" b="1">
                <a:solidFill>
                  <a:srgbClr val="520977"/>
                </a:solidFill>
                <a:latin typeface="Tahoma"/>
                <a:cs typeface="Tahoma"/>
              </a:rPr>
              <a:t>Краткое</a:t>
            </a:r>
            <a:r>
              <a:rPr dirty="0" sz="1550" spc="2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550" spc="90" b="1">
                <a:solidFill>
                  <a:srgbClr val="520977"/>
                </a:solidFill>
                <a:latin typeface="Tahoma"/>
                <a:cs typeface="Tahoma"/>
              </a:rPr>
              <a:t>описание</a:t>
            </a:r>
            <a:r>
              <a:rPr dirty="0" sz="1550" spc="3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550" spc="50" b="1">
                <a:solidFill>
                  <a:srgbClr val="520977"/>
                </a:solidFill>
                <a:latin typeface="Tahoma"/>
                <a:cs typeface="Tahoma"/>
              </a:rPr>
              <a:t>решения:</a:t>
            </a:r>
            <a:endParaRPr sz="1550">
              <a:latin typeface="Tahoma"/>
              <a:cs typeface="Tahoma"/>
            </a:endParaRPr>
          </a:p>
          <a:p>
            <a:pPr marL="17145" marR="5080">
              <a:lnSpc>
                <a:spcPct val="99500"/>
              </a:lnSpc>
              <a:spcBef>
                <a:spcPts val="775"/>
              </a:spcBef>
            </a:pPr>
            <a:r>
              <a:rPr dirty="0" sz="1400">
                <a:latin typeface="Verdana"/>
                <a:cs typeface="Verdana"/>
              </a:rPr>
              <a:t>Обрезание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 spc="-65">
                <a:latin typeface="Verdana"/>
                <a:cs typeface="Verdana"/>
              </a:rPr>
              <a:t>фото,</a:t>
            </a:r>
            <a:r>
              <a:rPr dirty="0" sz="1400" spc="4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далее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векторизация</a:t>
            </a:r>
            <a:r>
              <a:rPr dirty="0" sz="1400" spc="85">
                <a:latin typeface="Verdana"/>
                <a:cs typeface="Verdana"/>
              </a:rPr>
              <a:t> </a:t>
            </a:r>
            <a:r>
              <a:rPr dirty="0" sz="1400" spc="50">
                <a:latin typeface="Verdana"/>
                <a:cs typeface="Verdana"/>
              </a:rPr>
              <a:t>с</a:t>
            </a:r>
            <a:r>
              <a:rPr dirty="0" sz="1400" spc="-5">
                <a:latin typeface="Verdana"/>
                <a:cs typeface="Verdana"/>
              </a:rPr>
              <a:t> </a:t>
            </a:r>
            <a:r>
              <a:rPr dirty="0" sz="1400" spc="40">
                <a:latin typeface="Verdana"/>
                <a:cs typeface="Verdana"/>
              </a:rPr>
              <a:t>помощю </a:t>
            </a:r>
            <a:r>
              <a:rPr dirty="0" sz="1400" spc="50">
                <a:latin typeface="Verdana"/>
                <a:cs typeface="Verdana"/>
              </a:rPr>
              <a:t>модели</a:t>
            </a:r>
            <a:r>
              <a:rPr dirty="0" sz="1400" spc="-3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SigLIP2,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Далее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OCR</a:t>
            </a:r>
            <a:r>
              <a:rPr dirty="0" sz="1400" spc="-100">
                <a:latin typeface="Verdana"/>
                <a:cs typeface="Verdana"/>
              </a:rPr>
              <a:t> </a:t>
            </a:r>
            <a:r>
              <a:rPr dirty="0" sz="1400" spc="50">
                <a:latin typeface="Verdana"/>
                <a:cs typeface="Verdana"/>
              </a:rPr>
              <a:t>Модель</a:t>
            </a:r>
            <a:r>
              <a:rPr dirty="0" sz="1400" spc="-9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собирает</a:t>
            </a:r>
            <a:r>
              <a:rPr dirty="0" sz="1400" spc="-114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текст </a:t>
            </a:r>
            <a:r>
              <a:rPr dirty="0" sz="1400" spc="50">
                <a:latin typeface="Verdana"/>
                <a:cs typeface="Verdana"/>
              </a:rPr>
              <a:t>с</a:t>
            </a:r>
            <a:r>
              <a:rPr dirty="0" sz="1400" spc="-13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картинки,</a:t>
            </a:r>
            <a:r>
              <a:rPr dirty="0" sz="1400" spc="-6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ищет</a:t>
            </a:r>
            <a:r>
              <a:rPr dirty="0" sz="1400" spc="-65">
                <a:latin typeface="Verdana"/>
                <a:cs typeface="Verdana"/>
              </a:rPr>
              <a:t> </a:t>
            </a:r>
            <a:r>
              <a:rPr dirty="0" sz="1400" spc="65">
                <a:latin typeface="Verdana"/>
                <a:cs typeface="Verdana"/>
              </a:rPr>
              <a:t>по</a:t>
            </a:r>
            <a:r>
              <a:rPr dirty="0" sz="1400" spc="-16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этому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текст</a:t>
            </a:r>
            <a:r>
              <a:rPr dirty="0" sz="1400" spc="-7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семантически </a:t>
            </a:r>
            <a:r>
              <a:rPr dirty="0" sz="1400">
                <a:latin typeface="Verdana"/>
                <a:cs typeface="Verdana"/>
              </a:rPr>
              <a:t>близкий</a:t>
            </a:r>
            <a:r>
              <a:rPr dirty="0" sz="1400" spc="-135">
                <a:latin typeface="Verdana"/>
                <a:cs typeface="Verdana"/>
              </a:rPr>
              <a:t> </a:t>
            </a:r>
            <a:r>
              <a:rPr dirty="0" sz="1400" spc="65">
                <a:latin typeface="Verdana"/>
                <a:cs typeface="Verdana"/>
              </a:rPr>
              <a:t>по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смыслу,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далее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возвращает</a:t>
            </a:r>
            <a:r>
              <a:rPr dirty="0" sz="1400" spc="-3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ответ </a:t>
            </a:r>
            <a:r>
              <a:rPr dirty="0" sz="1400">
                <a:latin typeface="Verdana"/>
                <a:cs typeface="Verdana"/>
              </a:rPr>
              <a:t>исходя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из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уверенности</a:t>
            </a:r>
            <a:r>
              <a:rPr dirty="0" sz="1400" spc="-1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полученных</a:t>
            </a:r>
            <a:r>
              <a:rPr dirty="0" sz="1400" spc="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результатов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4101" y="4488977"/>
            <a:ext cx="4614545" cy="121348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550" spc="75" b="1">
                <a:solidFill>
                  <a:srgbClr val="520977"/>
                </a:solidFill>
                <a:latin typeface="Tahoma"/>
                <a:cs typeface="Tahoma"/>
              </a:rPr>
              <a:t>Уникальность</a:t>
            </a:r>
            <a:r>
              <a:rPr dirty="0" sz="1550" spc="4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550" spc="55" b="1">
                <a:solidFill>
                  <a:srgbClr val="520977"/>
                </a:solidFill>
                <a:latin typeface="Tahoma"/>
                <a:cs typeface="Tahoma"/>
              </a:rPr>
              <a:t>решения:</a:t>
            </a:r>
            <a:endParaRPr sz="1550">
              <a:latin typeface="Tahoma"/>
              <a:cs typeface="Tahoma"/>
            </a:endParaRPr>
          </a:p>
          <a:p>
            <a:pPr marL="28575" marR="5080">
              <a:lnSpc>
                <a:spcPct val="89400"/>
              </a:lnSpc>
              <a:spcBef>
                <a:spcPts val="805"/>
              </a:spcBef>
            </a:pPr>
            <a:r>
              <a:rPr dirty="0" sz="1400" spc="45">
                <a:latin typeface="Verdana"/>
                <a:cs typeface="Verdana"/>
              </a:rPr>
              <a:t>Приложение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не</a:t>
            </a:r>
            <a:r>
              <a:rPr dirty="0" sz="1400" spc="-3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требует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обучения</a:t>
            </a:r>
            <a:r>
              <a:rPr dirty="0" sz="1400" spc="-10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тяжелых </a:t>
            </a:r>
            <a:r>
              <a:rPr dirty="0" sz="1400">
                <a:latin typeface="Verdana"/>
                <a:cs typeface="Verdana"/>
              </a:rPr>
              <a:t>моделей.</a:t>
            </a:r>
            <a:r>
              <a:rPr dirty="0" sz="1400" spc="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Для</a:t>
            </a:r>
            <a:r>
              <a:rPr dirty="0" sz="1400" spc="-3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работы</a:t>
            </a:r>
            <a:r>
              <a:rPr dirty="0" sz="1400" spc="-9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используется</a:t>
            </a:r>
            <a:r>
              <a:rPr dirty="0" sz="1400" spc="6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легковесные </a:t>
            </a:r>
            <a:r>
              <a:rPr dirty="0" sz="1400" spc="50">
                <a:latin typeface="Verdana"/>
                <a:cs typeface="Verdana"/>
              </a:rPr>
              <a:t>модели</a:t>
            </a:r>
            <a:r>
              <a:rPr dirty="0" sz="1400" spc="-6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которые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 spc="60">
                <a:latin typeface="Verdana"/>
                <a:cs typeface="Verdana"/>
              </a:rPr>
              <a:t>не</a:t>
            </a:r>
            <a:r>
              <a:rPr dirty="0" sz="1400" spc="-12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требуют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большой производительности.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42900" y="323850"/>
            <a:ext cx="3952875" cy="619125"/>
          </a:xfrm>
          <a:custGeom>
            <a:avLst/>
            <a:gdLst/>
            <a:ahLst/>
            <a:cxnLst/>
            <a:rect l="l" t="t" r="r" b="b"/>
            <a:pathLst>
              <a:path w="3952875" h="619125">
                <a:moveTo>
                  <a:pt x="3837051" y="0"/>
                </a:moveTo>
                <a:lnTo>
                  <a:pt x="115811" y="0"/>
                </a:lnTo>
                <a:lnTo>
                  <a:pt x="70733" y="9096"/>
                </a:lnTo>
                <a:lnTo>
                  <a:pt x="33921" y="33909"/>
                </a:lnTo>
                <a:lnTo>
                  <a:pt x="9101" y="70723"/>
                </a:lnTo>
                <a:lnTo>
                  <a:pt x="0" y="115824"/>
                </a:lnTo>
                <a:lnTo>
                  <a:pt x="0" y="503300"/>
                </a:lnTo>
                <a:lnTo>
                  <a:pt x="9101" y="548401"/>
                </a:lnTo>
                <a:lnTo>
                  <a:pt x="33921" y="585215"/>
                </a:lnTo>
                <a:lnTo>
                  <a:pt x="70733" y="610028"/>
                </a:lnTo>
                <a:lnTo>
                  <a:pt x="115811" y="619125"/>
                </a:lnTo>
                <a:lnTo>
                  <a:pt x="3837051" y="619125"/>
                </a:lnTo>
                <a:lnTo>
                  <a:pt x="3882151" y="610028"/>
                </a:lnTo>
                <a:lnTo>
                  <a:pt x="3918966" y="585215"/>
                </a:lnTo>
                <a:lnTo>
                  <a:pt x="3943778" y="548401"/>
                </a:lnTo>
                <a:lnTo>
                  <a:pt x="3952875" y="503300"/>
                </a:lnTo>
                <a:lnTo>
                  <a:pt x="3952875" y="115824"/>
                </a:lnTo>
                <a:lnTo>
                  <a:pt x="3943778" y="70723"/>
                </a:lnTo>
                <a:lnTo>
                  <a:pt x="3918966" y="33908"/>
                </a:lnTo>
                <a:lnTo>
                  <a:pt x="3882151" y="9096"/>
                </a:lnTo>
                <a:lnTo>
                  <a:pt x="3837051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25"/>
              </a:spcBef>
            </a:pPr>
            <a:r>
              <a:rPr dirty="0" spc="65"/>
              <a:t>Команда</a:t>
            </a:r>
            <a:r>
              <a:rPr dirty="0" spc="-80"/>
              <a:t> </a:t>
            </a:r>
            <a:r>
              <a:rPr dirty="0" spc="-10"/>
              <a:t>“Sportbita”</a:t>
            </a:r>
          </a:p>
        </p:txBody>
      </p:sp>
      <p:sp>
        <p:nvSpPr>
          <p:cNvPr id="5" name="object 5"/>
          <p:cNvSpPr/>
          <p:nvPr/>
        </p:nvSpPr>
        <p:spPr>
          <a:xfrm>
            <a:off x="342900" y="1524000"/>
            <a:ext cx="2200275" cy="4829175"/>
          </a:xfrm>
          <a:custGeom>
            <a:avLst/>
            <a:gdLst/>
            <a:ahLst/>
            <a:cxnLst/>
            <a:rect l="l" t="t" r="r" b="b"/>
            <a:pathLst>
              <a:path w="2200275" h="4829175">
                <a:moveTo>
                  <a:pt x="1984248" y="0"/>
                </a:moveTo>
                <a:lnTo>
                  <a:pt x="216090" y="0"/>
                </a:lnTo>
                <a:lnTo>
                  <a:pt x="166543" y="5708"/>
                </a:lnTo>
                <a:lnTo>
                  <a:pt x="121060" y="21966"/>
                </a:lnTo>
                <a:lnTo>
                  <a:pt x="80937" y="47476"/>
                </a:lnTo>
                <a:lnTo>
                  <a:pt x="47473" y="80936"/>
                </a:lnTo>
                <a:lnTo>
                  <a:pt x="21963" y="121048"/>
                </a:lnTo>
                <a:lnTo>
                  <a:pt x="5707" y="166511"/>
                </a:lnTo>
                <a:lnTo>
                  <a:pt x="0" y="216026"/>
                </a:lnTo>
                <a:lnTo>
                  <a:pt x="0" y="4613084"/>
                </a:lnTo>
                <a:lnTo>
                  <a:pt x="5707" y="4662631"/>
                </a:lnTo>
                <a:lnTo>
                  <a:pt x="21963" y="4708114"/>
                </a:lnTo>
                <a:lnTo>
                  <a:pt x="47473" y="4748237"/>
                </a:lnTo>
                <a:lnTo>
                  <a:pt x="80937" y="4781701"/>
                </a:lnTo>
                <a:lnTo>
                  <a:pt x="121060" y="4807211"/>
                </a:lnTo>
                <a:lnTo>
                  <a:pt x="166543" y="4823467"/>
                </a:lnTo>
                <a:lnTo>
                  <a:pt x="216090" y="4829175"/>
                </a:lnTo>
                <a:lnTo>
                  <a:pt x="1984248" y="4829175"/>
                </a:lnTo>
                <a:lnTo>
                  <a:pt x="2033763" y="4823467"/>
                </a:lnTo>
                <a:lnTo>
                  <a:pt x="2079226" y="4807211"/>
                </a:lnTo>
                <a:lnTo>
                  <a:pt x="2119338" y="4781701"/>
                </a:lnTo>
                <a:lnTo>
                  <a:pt x="2152798" y="4748237"/>
                </a:lnTo>
                <a:lnTo>
                  <a:pt x="2178308" y="4708114"/>
                </a:lnTo>
                <a:lnTo>
                  <a:pt x="2194566" y="4662631"/>
                </a:lnTo>
                <a:lnTo>
                  <a:pt x="2200275" y="4613084"/>
                </a:lnTo>
                <a:lnTo>
                  <a:pt x="2200275" y="216026"/>
                </a:lnTo>
                <a:lnTo>
                  <a:pt x="2194566" y="166511"/>
                </a:lnTo>
                <a:lnTo>
                  <a:pt x="2178308" y="121048"/>
                </a:lnTo>
                <a:lnTo>
                  <a:pt x="2152798" y="80936"/>
                </a:lnTo>
                <a:lnTo>
                  <a:pt x="2119338" y="47476"/>
                </a:lnTo>
                <a:lnTo>
                  <a:pt x="2079226" y="21966"/>
                </a:lnTo>
                <a:lnTo>
                  <a:pt x="2033763" y="5708"/>
                </a:lnTo>
                <a:lnTo>
                  <a:pt x="19842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9125" y="1800225"/>
            <a:ext cx="1647825" cy="158115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7534" y="3631628"/>
            <a:ext cx="1134745" cy="1333500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38100">
              <a:lnSpc>
                <a:spcPts val="1730"/>
              </a:lnSpc>
              <a:spcBef>
                <a:spcPts val="290"/>
              </a:spcBef>
            </a:pPr>
            <a:r>
              <a:rPr dirty="0" sz="1550" spc="60" b="1">
                <a:solidFill>
                  <a:srgbClr val="520977"/>
                </a:solidFill>
                <a:latin typeface="Tahoma"/>
                <a:cs typeface="Tahoma"/>
              </a:rPr>
              <a:t>Иванов </a:t>
            </a:r>
            <a:r>
              <a:rPr dirty="0" sz="1550" spc="90" b="1">
                <a:solidFill>
                  <a:srgbClr val="520977"/>
                </a:solidFill>
                <a:latin typeface="Tahoma"/>
                <a:cs typeface="Tahoma"/>
              </a:rPr>
              <a:t>Григорий</a:t>
            </a:r>
            <a:endParaRPr sz="1550">
              <a:latin typeface="Tahoma"/>
              <a:cs typeface="Tahoma"/>
            </a:endParaRPr>
          </a:p>
          <a:p>
            <a:pPr marL="158115" indent="-145415">
              <a:lnSpc>
                <a:spcPts val="1395"/>
              </a:lnSpc>
              <a:spcBef>
                <a:spcPts val="1300"/>
              </a:spcBef>
              <a:buClr>
                <a:srgbClr val="FF0052"/>
              </a:buClr>
              <a:buFont typeface="Arial MT"/>
              <a:buChar char="•"/>
              <a:tabLst>
                <a:tab pos="158115" algn="l"/>
              </a:tabLst>
            </a:pPr>
            <a:r>
              <a:rPr dirty="0" sz="1200" spc="-10">
                <a:latin typeface="Verdana"/>
                <a:cs typeface="Verdana"/>
              </a:rPr>
              <a:t>Капитан</a:t>
            </a:r>
            <a:endParaRPr sz="1200">
              <a:latin typeface="Verdana"/>
              <a:cs typeface="Verdana"/>
            </a:endParaRPr>
          </a:p>
          <a:p>
            <a:pPr marL="157480" indent="-144780">
              <a:lnSpc>
                <a:spcPts val="1315"/>
              </a:lnSpc>
              <a:buClr>
                <a:srgbClr val="FF0052"/>
              </a:buClr>
              <a:buFont typeface="Arial MT"/>
              <a:buChar char="•"/>
              <a:tabLst>
                <a:tab pos="157480" algn="l"/>
              </a:tabLst>
            </a:pPr>
            <a:r>
              <a:rPr dirty="0" sz="1200" spc="-10">
                <a:latin typeface="Verdana"/>
                <a:cs typeface="Verdana"/>
              </a:rPr>
              <a:t>gregrublik</a:t>
            </a:r>
            <a:endParaRPr sz="1200">
              <a:latin typeface="Verdana"/>
              <a:cs typeface="Verdana"/>
            </a:endParaRPr>
          </a:p>
          <a:p>
            <a:pPr marL="157480" indent="-144780">
              <a:lnSpc>
                <a:spcPts val="1275"/>
              </a:lnSpc>
              <a:buClr>
                <a:srgbClr val="FF0052"/>
              </a:buClr>
              <a:buFont typeface="Arial MT"/>
              <a:buChar char="•"/>
              <a:tabLst>
                <a:tab pos="157480" algn="l"/>
              </a:tabLst>
            </a:pPr>
            <a:r>
              <a:rPr dirty="0" sz="1200" spc="-75">
                <a:latin typeface="Verdana"/>
                <a:cs typeface="Verdana"/>
              </a:rPr>
              <a:t>89536767195</a:t>
            </a:r>
            <a:endParaRPr sz="1200">
              <a:latin typeface="Verdana"/>
              <a:cs typeface="Verdana"/>
            </a:endParaRPr>
          </a:p>
          <a:p>
            <a:pPr marL="157480" indent="-144780">
              <a:lnSpc>
                <a:spcPts val="1360"/>
              </a:lnSpc>
              <a:buClr>
                <a:srgbClr val="FF0052"/>
              </a:buClr>
              <a:buFont typeface="Arial MT"/>
              <a:buChar char="•"/>
              <a:tabLst>
                <a:tab pos="157480" algn="l"/>
              </a:tabLst>
            </a:pPr>
            <a:r>
              <a:rPr dirty="0" sz="1200" spc="-10">
                <a:latin typeface="Verdana"/>
                <a:cs typeface="Verdana"/>
              </a:rPr>
              <a:t>Scent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647950" y="1524000"/>
            <a:ext cx="2200275" cy="4829175"/>
          </a:xfrm>
          <a:custGeom>
            <a:avLst/>
            <a:gdLst/>
            <a:ahLst/>
            <a:cxnLst/>
            <a:rect l="l" t="t" r="r" b="b"/>
            <a:pathLst>
              <a:path w="2200275" h="4829175">
                <a:moveTo>
                  <a:pt x="1984248" y="0"/>
                </a:moveTo>
                <a:lnTo>
                  <a:pt x="216026" y="0"/>
                </a:lnTo>
                <a:lnTo>
                  <a:pt x="166511" y="5708"/>
                </a:lnTo>
                <a:lnTo>
                  <a:pt x="121048" y="21966"/>
                </a:lnTo>
                <a:lnTo>
                  <a:pt x="80936" y="47476"/>
                </a:lnTo>
                <a:lnTo>
                  <a:pt x="47476" y="80936"/>
                </a:lnTo>
                <a:lnTo>
                  <a:pt x="21966" y="121048"/>
                </a:lnTo>
                <a:lnTo>
                  <a:pt x="5708" y="166511"/>
                </a:lnTo>
                <a:lnTo>
                  <a:pt x="0" y="216026"/>
                </a:lnTo>
                <a:lnTo>
                  <a:pt x="0" y="4613084"/>
                </a:lnTo>
                <a:lnTo>
                  <a:pt x="5708" y="4662631"/>
                </a:lnTo>
                <a:lnTo>
                  <a:pt x="21966" y="4708114"/>
                </a:lnTo>
                <a:lnTo>
                  <a:pt x="47476" y="4748237"/>
                </a:lnTo>
                <a:lnTo>
                  <a:pt x="80936" y="4781701"/>
                </a:lnTo>
                <a:lnTo>
                  <a:pt x="121048" y="4807211"/>
                </a:lnTo>
                <a:lnTo>
                  <a:pt x="166511" y="4823467"/>
                </a:lnTo>
                <a:lnTo>
                  <a:pt x="216026" y="4829175"/>
                </a:lnTo>
                <a:lnTo>
                  <a:pt x="1984248" y="4829175"/>
                </a:lnTo>
                <a:lnTo>
                  <a:pt x="2033763" y="4823467"/>
                </a:lnTo>
                <a:lnTo>
                  <a:pt x="2079226" y="4807211"/>
                </a:lnTo>
                <a:lnTo>
                  <a:pt x="2119338" y="4781701"/>
                </a:lnTo>
                <a:lnTo>
                  <a:pt x="2152798" y="4748237"/>
                </a:lnTo>
                <a:lnTo>
                  <a:pt x="2178308" y="4708114"/>
                </a:lnTo>
                <a:lnTo>
                  <a:pt x="2194566" y="4662631"/>
                </a:lnTo>
                <a:lnTo>
                  <a:pt x="2200275" y="4613084"/>
                </a:lnTo>
                <a:lnTo>
                  <a:pt x="2200275" y="216026"/>
                </a:lnTo>
                <a:lnTo>
                  <a:pt x="2194566" y="166511"/>
                </a:lnTo>
                <a:lnTo>
                  <a:pt x="2178308" y="121048"/>
                </a:lnTo>
                <a:lnTo>
                  <a:pt x="2152798" y="80936"/>
                </a:lnTo>
                <a:lnTo>
                  <a:pt x="2119338" y="47476"/>
                </a:lnTo>
                <a:lnTo>
                  <a:pt x="2079226" y="21966"/>
                </a:lnTo>
                <a:lnTo>
                  <a:pt x="2033763" y="5708"/>
                </a:lnTo>
                <a:lnTo>
                  <a:pt x="19842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62275" y="1838325"/>
            <a:ext cx="1619250" cy="14954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904744" y="3631628"/>
            <a:ext cx="1196975" cy="149542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 marR="267970">
              <a:lnSpc>
                <a:spcPts val="1730"/>
              </a:lnSpc>
              <a:spcBef>
                <a:spcPts val="290"/>
              </a:spcBef>
            </a:pPr>
            <a:r>
              <a:rPr dirty="0" sz="1550" spc="85" b="1">
                <a:solidFill>
                  <a:srgbClr val="520977"/>
                </a:solidFill>
                <a:latin typeface="Tahoma"/>
                <a:cs typeface="Tahoma"/>
              </a:rPr>
              <a:t>Русских </a:t>
            </a:r>
            <a:r>
              <a:rPr dirty="0" sz="1550" spc="70" b="1">
                <a:solidFill>
                  <a:srgbClr val="520977"/>
                </a:solidFill>
                <a:latin typeface="Tahoma"/>
                <a:cs typeface="Tahoma"/>
              </a:rPr>
              <a:t>Никита</a:t>
            </a:r>
            <a:endParaRPr sz="1550">
              <a:latin typeface="Tahoma"/>
              <a:cs typeface="Tahoma"/>
            </a:endParaRPr>
          </a:p>
          <a:p>
            <a:pPr marL="157480" marR="72390" indent="-145415">
              <a:lnSpc>
                <a:spcPts val="1350"/>
              </a:lnSpc>
              <a:spcBef>
                <a:spcPts val="1420"/>
              </a:spcBef>
              <a:buClr>
                <a:srgbClr val="FF0052"/>
              </a:buClr>
              <a:buFont typeface="Arial MT"/>
              <a:buChar char="•"/>
              <a:tabLst>
                <a:tab pos="157480" algn="l"/>
              </a:tabLst>
            </a:pPr>
            <a:r>
              <a:rPr dirty="0" sz="1200" spc="-10">
                <a:latin typeface="Verdana"/>
                <a:cs typeface="Verdana"/>
              </a:rPr>
              <a:t>Адаптивная верстка</a:t>
            </a:r>
            <a:endParaRPr sz="1200">
              <a:latin typeface="Verdana"/>
              <a:cs typeface="Verdana"/>
            </a:endParaRPr>
          </a:p>
          <a:p>
            <a:pPr marL="158115" indent="-145415">
              <a:lnSpc>
                <a:spcPts val="1165"/>
              </a:lnSpc>
              <a:buClr>
                <a:srgbClr val="FF0052"/>
              </a:buClr>
              <a:buFont typeface="Arial MT"/>
              <a:buChar char="•"/>
              <a:tabLst>
                <a:tab pos="158115" algn="l"/>
              </a:tabLst>
            </a:pPr>
            <a:r>
              <a:rPr dirty="0" sz="1200" spc="-10">
                <a:latin typeface="Verdana"/>
                <a:cs typeface="Verdana"/>
              </a:rPr>
              <a:t>King_ury</a:t>
            </a:r>
            <a:endParaRPr sz="1200">
              <a:latin typeface="Verdana"/>
              <a:cs typeface="Verdana"/>
            </a:endParaRPr>
          </a:p>
          <a:p>
            <a:pPr marL="158115" indent="-145415">
              <a:lnSpc>
                <a:spcPts val="1275"/>
              </a:lnSpc>
              <a:buClr>
                <a:srgbClr val="FF0052"/>
              </a:buClr>
              <a:buFont typeface="Arial MT"/>
              <a:buChar char="•"/>
              <a:tabLst>
                <a:tab pos="158115" algn="l"/>
              </a:tabLst>
            </a:pPr>
            <a:r>
              <a:rPr dirty="0" sz="1200" spc="-30">
                <a:latin typeface="Verdana"/>
                <a:cs typeface="Verdana"/>
              </a:rPr>
              <a:t>89229640839</a:t>
            </a:r>
            <a:endParaRPr sz="1200">
              <a:latin typeface="Verdana"/>
              <a:cs typeface="Verdana"/>
            </a:endParaRPr>
          </a:p>
          <a:p>
            <a:pPr marL="158115" indent="-145415">
              <a:lnSpc>
                <a:spcPts val="1360"/>
              </a:lnSpc>
              <a:buClr>
                <a:srgbClr val="FF0052"/>
              </a:buClr>
              <a:buFont typeface="Arial MT"/>
              <a:buChar char="•"/>
              <a:tabLst>
                <a:tab pos="158115" algn="l"/>
              </a:tabLst>
            </a:pPr>
            <a:r>
              <a:rPr dirty="0" sz="1200" spc="-10">
                <a:latin typeface="Verdana"/>
                <a:cs typeface="Verdana"/>
              </a:rPr>
              <a:t>Scent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2900" y="323850"/>
            <a:ext cx="3952875" cy="619125"/>
          </a:xfrm>
          <a:custGeom>
            <a:avLst/>
            <a:gdLst/>
            <a:ahLst/>
            <a:cxnLst/>
            <a:rect l="l" t="t" r="r" b="b"/>
            <a:pathLst>
              <a:path w="3952875" h="619125">
                <a:moveTo>
                  <a:pt x="3837051" y="0"/>
                </a:moveTo>
                <a:lnTo>
                  <a:pt x="115811" y="0"/>
                </a:lnTo>
                <a:lnTo>
                  <a:pt x="70733" y="9096"/>
                </a:lnTo>
                <a:lnTo>
                  <a:pt x="33921" y="33909"/>
                </a:lnTo>
                <a:lnTo>
                  <a:pt x="9101" y="70723"/>
                </a:lnTo>
                <a:lnTo>
                  <a:pt x="0" y="115824"/>
                </a:lnTo>
                <a:lnTo>
                  <a:pt x="0" y="503300"/>
                </a:lnTo>
                <a:lnTo>
                  <a:pt x="9101" y="548401"/>
                </a:lnTo>
                <a:lnTo>
                  <a:pt x="33921" y="585215"/>
                </a:lnTo>
                <a:lnTo>
                  <a:pt x="70733" y="610028"/>
                </a:lnTo>
                <a:lnTo>
                  <a:pt x="115811" y="619125"/>
                </a:lnTo>
                <a:lnTo>
                  <a:pt x="3837051" y="619125"/>
                </a:lnTo>
                <a:lnTo>
                  <a:pt x="3882151" y="610028"/>
                </a:lnTo>
                <a:lnTo>
                  <a:pt x="3918966" y="585215"/>
                </a:lnTo>
                <a:lnTo>
                  <a:pt x="3943778" y="548401"/>
                </a:lnTo>
                <a:lnTo>
                  <a:pt x="3952875" y="503300"/>
                </a:lnTo>
                <a:lnTo>
                  <a:pt x="3952875" y="115824"/>
                </a:lnTo>
                <a:lnTo>
                  <a:pt x="3943778" y="70723"/>
                </a:lnTo>
                <a:lnTo>
                  <a:pt x="3918966" y="33908"/>
                </a:lnTo>
                <a:lnTo>
                  <a:pt x="3882151" y="9096"/>
                </a:lnTo>
                <a:lnTo>
                  <a:pt x="3837051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60"/>
              <a:t>Команда</a:t>
            </a:r>
            <a:r>
              <a:rPr dirty="0" spc="-60"/>
              <a:t> </a:t>
            </a:r>
            <a:r>
              <a:rPr dirty="0" spc="-10"/>
              <a:t>“Sportbita”</a:t>
            </a:r>
          </a:p>
        </p:txBody>
      </p:sp>
      <p:sp>
        <p:nvSpPr>
          <p:cNvPr id="10" name="object 10"/>
          <p:cNvSpPr/>
          <p:nvPr/>
        </p:nvSpPr>
        <p:spPr>
          <a:xfrm>
            <a:off x="633412" y="1119250"/>
            <a:ext cx="11233785" cy="0"/>
          </a:xfrm>
          <a:custGeom>
            <a:avLst/>
            <a:gdLst/>
            <a:ahLst/>
            <a:cxnLst/>
            <a:rect l="l" t="t" r="r" b="b"/>
            <a:pathLst>
              <a:path w="11233785" h="0">
                <a:moveTo>
                  <a:pt x="0" y="0"/>
                </a:moveTo>
                <a:lnTo>
                  <a:pt x="11233213" y="0"/>
                </a:lnTo>
              </a:path>
            </a:pathLst>
          </a:custGeom>
          <a:ln w="635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2775" y="1199451"/>
            <a:ext cx="3208020" cy="88138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Краткая</a:t>
            </a:r>
            <a:r>
              <a:rPr dirty="0" sz="1400" spc="9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65" b="1">
                <a:solidFill>
                  <a:srgbClr val="520977"/>
                </a:solidFill>
                <a:latin typeface="Tahoma"/>
                <a:cs typeface="Tahoma"/>
              </a:rPr>
              <a:t>история</a:t>
            </a:r>
            <a:r>
              <a:rPr dirty="0" sz="1400" spc="9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Tahoma"/>
                <a:cs typeface="Tahoma"/>
              </a:rPr>
              <a:t>команды: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50"/>
              </a:lnSpc>
              <a:spcBef>
                <a:spcPts val="944"/>
              </a:spcBef>
            </a:pPr>
            <a:r>
              <a:rPr dirty="0" sz="1400" spc="20">
                <a:latin typeface="Verdana"/>
                <a:cs typeface="Verdana"/>
              </a:rPr>
              <a:t>Познакомились</a:t>
            </a:r>
            <a:r>
              <a:rPr dirty="0" sz="1400" spc="-100">
                <a:latin typeface="Verdana"/>
                <a:cs typeface="Verdana"/>
              </a:rPr>
              <a:t> </a:t>
            </a:r>
            <a:r>
              <a:rPr dirty="0" sz="1400" spc="20">
                <a:latin typeface="Verdana"/>
                <a:cs typeface="Verdana"/>
              </a:rPr>
              <a:t>на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работе</a:t>
            </a:r>
            <a:r>
              <a:rPr dirty="0" sz="1400" spc="-10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решая </a:t>
            </a:r>
            <a:r>
              <a:rPr dirty="0" sz="1400" spc="10">
                <a:latin typeface="Verdana"/>
                <a:cs typeface="Verdana"/>
              </a:rPr>
              <a:t>совместные</a:t>
            </a:r>
            <a:r>
              <a:rPr dirty="0" sz="1400" spc="30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интересные</a:t>
            </a:r>
            <a:r>
              <a:rPr dirty="0" sz="1400" spc="3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проекты.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86158" y="1285811"/>
            <a:ext cx="2216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90" b="1">
                <a:solidFill>
                  <a:srgbClr val="520977"/>
                </a:solidFill>
                <a:latin typeface="Tahoma"/>
                <a:cs typeface="Tahoma"/>
              </a:rPr>
              <a:t>01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3412" y="2748026"/>
            <a:ext cx="11233785" cy="0"/>
          </a:xfrm>
          <a:custGeom>
            <a:avLst/>
            <a:gdLst/>
            <a:ahLst/>
            <a:cxnLst/>
            <a:rect l="l" t="t" r="r" b="b"/>
            <a:pathLst>
              <a:path w="11233785" h="0">
                <a:moveTo>
                  <a:pt x="0" y="0"/>
                </a:moveTo>
                <a:lnTo>
                  <a:pt x="11233213" y="0"/>
                </a:lnTo>
              </a:path>
            </a:pathLst>
          </a:custGeom>
          <a:ln w="635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2775" y="2927667"/>
            <a:ext cx="4786630" cy="12020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664"/>
              </a:lnSpc>
              <a:spcBef>
                <a:spcPts val="125"/>
              </a:spcBef>
            </a:pP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Почему</a:t>
            </a:r>
            <a:r>
              <a:rPr dirty="0" sz="1400" spc="12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вы</a:t>
            </a:r>
            <a:r>
              <a:rPr dirty="0" sz="1400" spc="6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выбрали</a:t>
            </a:r>
            <a:r>
              <a:rPr dirty="0" sz="1400" spc="14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5" b="1">
                <a:solidFill>
                  <a:srgbClr val="520977"/>
                </a:solidFill>
                <a:latin typeface="Tahoma"/>
                <a:cs typeface="Tahoma"/>
              </a:rPr>
              <a:t>именно</a:t>
            </a:r>
            <a:r>
              <a:rPr dirty="0" sz="1400" spc="15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0" b="1">
                <a:solidFill>
                  <a:srgbClr val="520977"/>
                </a:solidFill>
                <a:latin typeface="Tahoma"/>
                <a:cs typeface="Tahoma"/>
              </a:rPr>
              <a:t>эту</a:t>
            </a:r>
            <a:r>
              <a:rPr dirty="0" sz="1400" spc="12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Tahoma"/>
                <a:cs typeface="Tahoma"/>
              </a:rPr>
              <a:t>задачу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64"/>
              </a:lnSpc>
            </a:pPr>
            <a:r>
              <a:rPr dirty="0" sz="1400" spc="55" b="1">
                <a:solidFill>
                  <a:srgbClr val="520977"/>
                </a:solidFill>
                <a:latin typeface="Tahoma"/>
                <a:cs typeface="Tahoma"/>
              </a:rPr>
              <a:t>из</a:t>
            </a:r>
            <a:r>
              <a:rPr dirty="0" sz="1400" spc="3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45" b="1">
                <a:solidFill>
                  <a:srgbClr val="520977"/>
                </a:solidFill>
                <a:latin typeface="Tahoma"/>
                <a:cs typeface="Tahoma"/>
              </a:rPr>
              <a:t>предложенных</a:t>
            </a:r>
            <a:r>
              <a:rPr dirty="0" sz="1400" spc="-1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на</a:t>
            </a:r>
            <a:r>
              <a:rPr dirty="0" sz="1400" spc="4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Tahoma"/>
                <a:cs typeface="Tahoma"/>
              </a:rPr>
              <a:t>хакатоне?</a:t>
            </a:r>
            <a:endParaRPr sz="1400">
              <a:latin typeface="Tahoma"/>
              <a:cs typeface="Tahoma"/>
            </a:endParaRPr>
          </a:p>
          <a:p>
            <a:pPr algn="just" marL="12700" marR="5080">
              <a:lnSpc>
                <a:spcPct val="100600"/>
              </a:lnSpc>
              <a:spcBef>
                <a:spcPts val="830"/>
              </a:spcBef>
            </a:pPr>
            <a:r>
              <a:rPr dirty="0" sz="1400" spc="100">
                <a:latin typeface="Verdana"/>
                <a:cs typeface="Verdana"/>
              </a:rPr>
              <a:t>У</a:t>
            </a:r>
            <a:r>
              <a:rPr dirty="0" sz="140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нас</a:t>
            </a:r>
            <a:r>
              <a:rPr dirty="0" sz="1400" spc="-7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большой</a:t>
            </a:r>
            <a:r>
              <a:rPr dirty="0" sz="1400" spc="-10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опыт</a:t>
            </a:r>
            <a:r>
              <a:rPr dirty="0" sz="1400" spc="-10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в</a:t>
            </a:r>
            <a:r>
              <a:rPr dirty="0" sz="1400" spc="3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реализации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различных</a:t>
            </a:r>
            <a:r>
              <a:rPr dirty="0" sz="1400" spc="-5">
                <a:latin typeface="Verdana"/>
                <a:cs typeface="Verdana"/>
              </a:rPr>
              <a:t> </a:t>
            </a:r>
            <a:r>
              <a:rPr dirty="0" sz="1400" spc="-25">
                <a:latin typeface="Verdana"/>
                <a:cs typeface="Verdana"/>
              </a:rPr>
              <a:t>RAG </a:t>
            </a:r>
            <a:r>
              <a:rPr dirty="0" sz="1400">
                <a:latin typeface="Verdana"/>
                <a:cs typeface="Verdana"/>
              </a:rPr>
              <a:t>систем,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 spc="-5">
                <a:latin typeface="Verdana"/>
                <a:cs typeface="Verdana"/>
              </a:rPr>
              <a:t>и</a:t>
            </a:r>
            <a:r>
              <a:rPr dirty="0" sz="1400" spc="-105">
                <a:latin typeface="Verdana"/>
                <a:cs typeface="Verdana"/>
              </a:rPr>
              <a:t> </a:t>
            </a:r>
            <a:r>
              <a:rPr dirty="0" sz="1400" spc="40">
                <a:latin typeface="Verdana"/>
                <a:cs typeface="Verdana"/>
              </a:rPr>
              <a:t>нам</a:t>
            </a:r>
            <a:r>
              <a:rPr dirty="0" sz="1400" spc="-10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показалось</a:t>
            </a:r>
            <a:r>
              <a:rPr dirty="0" sz="1400" spc="25">
                <a:latin typeface="Verdana"/>
                <a:cs typeface="Verdana"/>
              </a:rPr>
              <a:t> </a:t>
            </a:r>
            <a:r>
              <a:rPr dirty="0" sz="1400" spc="-45">
                <a:latin typeface="Verdana"/>
                <a:cs typeface="Verdana"/>
              </a:rPr>
              <a:t>что</a:t>
            </a:r>
            <a:r>
              <a:rPr dirty="0" sz="1400" spc="-8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данная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 spc="-30">
                <a:latin typeface="Verdana"/>
                <a:cs typeface="Verdana"/>
              </a:rPr>
              <a:t>задача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лучше </a:t>
            </a:r>
            <a:r>
              <a:rPr dirty="0" sz="1400">
                <a:latin typeface="Verdana"/>
                <a:cs typeface="Verdana"/>
              </a:rPr>
              <a:t>подходит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под</a:t>
            </a:r>
            <a:r>
              <a:rPr dirty="0" sz="1400" spc="-80">
                <a:latin typeface="Verdana"/>
                <a:cs typeface="Verdana"/>
              </a:rPr>
              <a:t> </a:t>
            </a:r>
            <a:r>
              <a:rPr dirty="0" sz="1400" spc="50">
                <a:latin typeface="Verdana"/>
                <a:cs typeface="Verdana"/>
              </a:rPr>
              <a:t>наш</a:t>
            </a:r>
            <a:r>
              <a:rPr dirty="0" sz="1400" spc="-105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опыт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625833" y="2927667"/>
            <a:ext cx="25717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 b="1">
                <a:solidFill>
                  <a:srgbClr val="520977"/>
                </a:solidFill>
                <a:latin typeface="Tahoma"/>
                <a:cs typeface="Tahoma"/>
              </a:rPr>
              <a:t>02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33412" y="4414901"/>
            <a:ext cx="11233785" cy="0"/>
          </a:xfrm>
          <a:custGeom>
            <a:avLst/>
            <a:gdLst/>
            <a:ahLst/>
            <a:cxnLst/>
            <a:rect l="l" t="t" r="r" b="b"/>
            <a:pathLst>
              <a:path w="11233785" h="0">
                <a:moveTo>
                  <a:pt x="0" y="0"/>
                </a:moveTo>
                <a:lnTo>
                  <a:pt x="11233213" y="0"/>
                </a:lnTo>
              </a:path>
            </a:pathLst>
          </a:custGeom>
          <a:ln w="6350">
            <a:solidFill>
              <a:srgbClr val="FF00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2775" y="4580445"/>
            <a:ext cx="6893559" cy="10426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958975">
              <a:lnSpc>
                <a:spcPct val="111700"/>
              </a:lnSpc>
              <a:spcBef>
                <a:spcPts val="95"/>
              </a:spcBef>
            </a:pPr>
            <a:r>
              <a:rPr dirty="0" sz="1400" spc="90" b="1">
                <a:solidFill>
                  <a:srgbClr val="520977"/>
                </a:solidFill>
                <a:latin typeface="Tahoma"/>
                <a:cs typeface="Tahoma"/>
              </a:rPr>
              <a:t>С</a:t>
            </a:r>
            <a:r>
              <a:rPr dirty="0" sz="1400" spc="1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5" b="1">
                <a:solidFill>
                  <a:srgbClr val="520977"/>
                </a:solidFill>
                <a:latin typeface="Tahoma"/>
                <a:cs typeface="Tahoma"/>
              </a:rPr>
              <a:t>какими</a:t>
            </a:r>
            <a:r>
              <a:rPr dirty="0" sz="1400" spc="-4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60" b="1">
                <a:solidFill>
                  <a:srgbClr val="520977"/>
                </a:solidFill>
                <a:latin typeface="Tahoma"/>
                <a:cs typeface="Tahoma"/>
              </a:rPr>
              <a:t>основными</a:t>
            </a:r>
            <a:r>
              <a:rPr dirty="0" sz="1400" spc="-4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5" b="1">
                <a:solidFill>
                  <a:srgbClr val="520977"/>
                </a:solidFill>
                <a:latin typeface="Tahoma"/>
                <a:cs typeface="Tahoma"/>
              </a:rPr>
              <a:t>сложностями</a:t>
            </a:r>
            <a:r>
              <a:rPr dirty="0" sz="1400" spc="4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или</a:t>
            </a:r>
            <a:r>
              <a:rPr dirty="0" sz="1400" spc="4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520977"/>
                </a:solidFill>
                <a:latin typeface="Tahoma"/>
                <a:cs typeface="Tahoma"/>
              </a:rPr>
              <a:t>вызовами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вы</a:t>
            </a:r>
            <a:r>
              <a:rPr dirty="0" sz="1400" spc="-3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0" b="1">
                <a:solidFill>
                  <a:srgbClr val="520977"/>
                </a:solidFill>
                <a:latin typeface="Tahoma"/>
                <a:cs typeface="Tahoma"/>
              </a:rPr>
              <a:t>столкнулись</a:t>
            </a:r>
            <a:r>
              <a:rPr dirty="0" sz="1400" spc="3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100" b="1">
                <a:solidFill>
                  <a:srgbClr val="520977"/>
                </a:solidFill>
                <a:latin typeface="Tahoma"/>
                <a:cs typeface="Tahoma"/>
              </a:rPr>
              <a:t>и</a:t>
            </a:r>
            <a:r>
              <a:rPr dirty="0" sz="1400" spc="-4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50" b="1">
                <a:solidFill>
                  <a:srgbClr val="520977"/>
                </a:solidFill>
                <a:latin typeface="Tahoma"/>
                <a:cs typeface="Tahoma"/>
              </a:rPr>
              <a:t>как</a:t>
            </a:r>
            <a:r>
              <a:rPr dirty="0" sz="1400" spc="-2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b="1">
                <a:solidFill>
                  <a:srgbClr val="520977"/>
                </a:solidFill>
                <a:latin typeface="Tahoma"/>
                <a:cs typeface="Tahoma"/>
              </a:rPr>
              <a:t>их</a:t>
            </a:r>
            <a:r>
              <a:rPr dirty="0" sz="1400" spc="50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1400" spc="40" b="1">
                <a:solidFill>
                  <a:srgbClr val="520977"/>
                </a:solidFill>
                <a:latin typeface="Tahoma"/>
                <a:cs typeface="Tahoma"/>
              </a:rPr>
              <a:t>преодолели?</a:t>
            </a:r>
            <a:endParaRPr sz="1400">
              <a:latin typeface="Tahoma"/>
              <a:cs typeface="Tahoma"/>
            </a:endParaRPr>
          </a:p>
          <a:p>
            <a:pPr marL="12700" marR="5080">
              <a:lnSpc>
                <a:spcPts val="1650"/>
              </a:lnSpc>
              <a:spcBef>
                <a:spcPts val="1000"/>
              </a:spcBef>
            </a:pPr>
            <a:r>
              <a:rPr dirty="0" sz="1400">
                <a:latin typeface="Verdana"/>
                <a:cs typeface="Verdana"/>
              </a:rPr>
              <a:t>Самое</a:t>
            </a:r>
            <a:r>
              <a:rPr dirty="0" sz="1400" spc="-9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сложное</a:t>
            </a:r>
            <a:r>
              <a:rPr dirty="0" sz="1400" spc="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было</a:t>
            </a:r>
            <a:r>
              <a:rPr dirty="0" sz="1400" spc="-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разобраться</a:t>
            </a:r>
            <a:r>
              <a:rPr dirty="0" sz="1400" spc="25">
                <a:latin typeface="Verdana"/>
                <a:cs typeface="Verdana"/>
              </a:rPr>
              <a:t> </a:t>
            </a:r>
            <a:r>
              <a:rPr dirty="0" sz="1400" spc="50">
                <a:latin typeface="Verdana"/>
                <a:cs typeface="Verdana"/>
              </a:rPr>
              <a:t>с</a:t>
            </a:r>
            <a:r>
              <a:rPr dirty="0" sz="1400" spc="-8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данными,</a:t>
            </a:r>
            <a:r>
              <a:rPr dirty="0" sz="1400" spc="-1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подготовить</a:t>
            </a:r>
            <a:r>
              <a:rPr dirty="0" sz="1400" spc="-8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их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для</a:t>
            </a:r>
            <a:r>
              <a:rPr dirty="0" sz="1400" spc="-7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работы </a:t>
            </a:r>
            <a:r>
              <a:rPr dirty="0" sz="1400" spc="40">
                <a:latin typeface="Verdana"/>
                <a:cs typeface="Verdana"/>
              </a:rPr>
              <a:t>решения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625833" y="4601273"/>
            <a:ext cx="25781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 b="1">
                <a:solidFill>
                  <a:srgbClr val="520977"/>
                </a:solidFill>
                <a:latin typeface="Tahoma"/>
                <a:cs typeface="Tahoma"/>
              </a:rPr>
              <a:t>03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42900" y="323850"/>
            <a:ext cx="3752850" cy="619125"/>
          </a:xfrm>
          <a:custGeom>
            <a:avLst/>
            <a:gdLst/>
            <a:ahLst/>
            <a:cxnLst/>
            <a:rect l="l" t="t" r="r" b="b"/>
            <a:pathLst>
              <a:path w="3752850" h="619125">
                <a:moveTo>
                  <a:pt x="3637026" y="0"/>
                </a:moveTo>
                <a:lnTo>
                  <a:pt x="115811" y="0"/>
                </a:lnTo>
                <a:lnTo>
                  <a:pt x="70733" y="9096"/>
                </a:lnTo>
                <a:lnTo>
                  <a:pt x="33921" y="33909"/>
                </a:lnTo>
                <a:lnTo>
                  <a:pt x="9101" y="70723"/>
                </a:lnTo>
                <a:lnTo>
                  <a:pt x="0" y="115824"/>
                </a:lnTo>
                <a:lnTo>
                  <a:pt x="0" y="503300"/>
                </a:lnTo>
                <a:lnTo>
                  <a:pt x="9101" y="548401"/>
                </a:lnTo>
                <a:lnTo>
                  <a:pt x="33921" y="585215"/>
                </a:lnTo>
                <a:lnTo>
                  <a:pt x="70733" y="610028"/>
                </a:lnTo>
                <a:lnTo>
                  <a:pt x="115811" y="619125"/>
                </a:lnTo>
                <a:lnTo>
                  <a:pt x="3637026" y="619125"/>
                </a:lnTo>
                <a:lnTo>
                  <a:pt x="3682126" y="610028"/>
                </a:lnTo>
                <a:lnTo>
                  <a:pt x="3718941" y="585215"/>
                </a:lnTo>
                <a:lnTo>
                  <a:pt x="3743753" y="548401"/>
                </a:lnTo>
                <a:lnTo>
                  <a:pt x="3752850" y="503300"/>
                </a:lnTo>
                <a:lnTo>
                  <a:pt x="3752850" y="115824"/>
                </a:lnTo>
                <a:lnTo>
                  <a:pt x="3743753" y="70723"/>
                </a:lnTo>
                <a:lnTo>
                  <a:pt x="3718941" y="33908"/>
                </a:lnTo>
                <a:lnTo>
                  <a:pt x="3682126" y="9096"/>
                </a:lnTo>
                <a:lnTo>
                  <a:pt x="3637026" y="0"/>
                </a:lnTo>
                <a:close/>
              </a:path>
            </a:pathLst>
          </a:custGeom>
          <a:solidFill>
            <a:srgbClr val="FF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30480">
              <a:lnSpc>
                <a:spcPct val="100000"/>
              </a:lnSpc>
              <a:spcBef>
                <a:spcPts val="125"/>
              </a:spcBef>
            </a:pPr>
            <a:r>
              <a:rPr dirty="0" spc="100"/>
              <a:t>КОРОТКО</a:t>
            </a:r>
            <a:r>
              <a:rPr dirty="0" spc="-40"/>
              <a:t> </a:t>
            </a:r>
            <a:r>
              <a:rPr dirty="0" spc="165"/>
              <a:t>О</a:t>
            </a:r>
            <a:r>
              <a:rPr dirty="0" spc="-35"/>
              <a:t> </a:t>
            </a:r>
            <a:r>
              <a:rPr dirty="0" spc="90"/>
              <a:t>РЕШЕНИИ</a:t>
            </a:r>
          </a:p>
        </p:txBody>
      </p:sp>
      <p:sp>
        <p:nvSpPr>
          <p:cNvPr id="5" name="object 5"/>
          <p:cNvSpPr/>
          <p:nvPr/>
        </p:nvSpPr>
        <p:spPr>
          <a:xfrm>
            <a:off x="342900" y="1209675"/>
            <a:ext cx="5438775" cy="4991100"/>
          </a:xfrm>
          <a:custGeom>
            <a:avLst/>
            <a:gdLst/>
            <a:ahLst/>
            <a:cxnLst/>
            <a:rect l="l" t="t" r="r" b="b"/>
            <a:pathLst>
              <a:path w="5438775" h="4991100">
                <a:moveTo>
                  <a:pt x="5268722" y="0"/>
                </a:moveTo>
                <a:lnTo>
                  <a:pt x="170040" y="0"/>
                </a:lnTo>
                <a:lnTo>
                  <a:pt x="124839" y="6070"/>
                </a:lnTo>
                <a:lnTo>
                  <a:pt x="84220" y="23203"/>
                </a:lnTo>
                <a:lnTo>
                  <a:pt x="49806" y="49784"/>
                </a:lnTo>
                <a:lnTo>
                  <a:pt x="23217" y="84196"/>
                </a:lnTo>
                <a:lnTo>
                  <a:pt x="6074" y="124824"/>
                </a:lnTo>
                <a:lnTo>
                  <a:pt x="0" y="170052"/>
                </a:lnTo>
                <a:lnTo>
                  <a:pt x="0" y="4821059"/>
                </a:lnTo>
                <a:lnTo>
                  <a:pt x="6074" y="4866260"/>
                </a:lnTo>
                <a:lnTo>
                  <a:pt x="23217" y="4906879"/>
                </a:lnTo>
                <a:lnTo>
                  <a:pt x="49806" y="4941293"/>
                </a:lnTo>
                <a:lnTo>
                  <a:pt x="84220" y="4967882"/>
                </a:lnTo>
                <a:lnTo>
                  <a:pt x="124839" y="4985025"/>
                </a:lnTo>
                <a:lnTo>
                  <a:pt x="170040" y="4991100"/>
                </a:lnTo>
                <a:lnTo>
                  <a:pt x="5268722" y="4991100"/>
                </a:lnTo>
                <a:lnTo>
                  <a:pt x="5313950" y="4985025"/>
                </a:lnTo>
                <a:lnTo>
                  <a:pt x="5354578" y="4967882"/>
                </a:lnTo>
                <a:lnTo>
                  <a:pt x="5388991" y="4941293"/>
                </a:lnTo>
                <a:lnTo>
                  <a:pt x="5415571" y="4906879"/>
                </a:lnTo>
                <a:lnTo>
                  <a:pt x="5432704" y="4866260"/>
                </a:lnTo>
                <a:lnTo>
                  <a:pt x="5438775" y="4821059"/>
                </a:lnTo>
                <a:lnTo>
                  <a:pt x="5438775" y="170052"/>
                </a:lnTo>
                <a:lnTo>
                  <a:pt x="5432704" y="124824"/>
                </a:lnTo>
                <a:lnTo>
                  <a:pt x="5415571" y="84196"/>
                </a:lnTo>
                <a:lnTo>
                  <a:pt x="5388991" y="49784"/>
                </a:lnTo>
                <a:lnTo>
                  <a:pt x="5354578" y="23203"/>
                </a:lnTo>
                <a:lnTo>
                  <a:pt x="5313950" y="6070"/>
                </a:lnTo>
                <a:lnTo>
                  <a:pt x="52687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pc="60"/>
              <a:t>Техническая</a:t>
            </a:r>
            <a:r>
              <a:rPr dirty="0" spc="-45"/>
              <a:t> </a:t>
            </a:r>
            <a:r>
              <a:rPr dirty="0" spc="65"/>
              <a:t>суть</a:t>
            </a:r>
            <a:r>
              <a:rPr dirty="0" spc="5"/>
              <a:t> </a:t>
            </a:r>
            <a:r>
              <a:rPr dirty="0" spc="75"/>
              <a:t>решения</a:t>
            </a:r>
          </a:p>
          <a:p>
            <a:pPr marL="166370" indent="-14287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166370" algn="l"/>
              </a:tabLst>
            </a:pPr>
            <a:r>
              <a:rPr dirty="0" sz="1400" spc="10" b="0">
                <a:solidFill>
                  <a:srgbClr val="000000"/>
                </a:solidFill>
                <a:latin typeface="Verdana"/>
                <a:cs typeface="Verdana"/>
              </a:rPr>
              <a:t>Гибридный</a:t>
            </a:r>
            <a:r>
              <a:rPr dirty="0" sz="1400" spc="4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10" b="0">
                <a:solidFill>
                  <a:srgbClr val="000000"/>
                </a:solidFill>
                <a:latin typeface="Verdana"/>
                <a:cs typeface="Verdana"/>
              </a:rPr>
              <a:t>pipeline</a:t>
            </a:r>
            <a:r>
              <a:rPr dirty="0" sz="1400" spc="7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поиска</a:t>
            </a:r>
            <a:endParaRPr sz="14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1325"/>
              </a:spcBef>
            </a:pP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Для</a:t>
            </a:r>
            <a:r>
              <a:rPr dirty="0" sz="1400" spc="-6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каждого</a:t>
            </a:r>
            <a:r>
              <a:rPr dirty="0" sz="1400" spc="-2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товара</a:t>
            </a:r>
            <a:r>
              <a:rPr dirty="0" sz="1400" spc="-1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заранее</a:t>
            </a:r>
            <a:r>
              <a:rPr dirty="0" sz="1400" spc="-8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создаются:</a:t>
            </a:r>
            <a:endParaRPr sz="1400">
              <a:latin typeface="Verdana"/>
              <a:cs typeface="Verdana"/>
            </a:endParaRPr>
          </a:p>
          <a:p>
            <a:pPr lvl="1" marL="457200" indent="-143510">
              <a:lnSpc>
                <a:spcPts val="1465"/>
              </a:lnSpc>
              <a:spcBef>
                <a:spcPts val="200"/>
              </a:spcBef>
              <a:buFont typeface="Courier New"/>
              <a:buChar char="o"/>
              <a:tabLst>
                <a:tab pos="457200" algn="l"/>
              </a:tabLst>
            </a:pPr>
            <a:r>
              <a:rPr dirty="0" sz="1250" spc="10">
                <a:latin typeface="Verdana"/>
                <a:cs typeface="Verdana"/>
              </a:rPr>
              <a:t>Визуальный</a:t>
            </a:r>
            <a:r>
              <a:rPr dirty="0" sz="1250" spc="55">
                <a:latin typeface="Verdana"/>
                <a:cs typeface="Verdana"/>
              </a:rPr>
              <a:t> </a:t>
            </a:r>
            <a:r>
              <a:rPr dirty="0" sz="1250" spc="75">
                <a:latin typeface="Verdana"/>
                <a:cs typeface="Verdana"/>
              </a:rPr>
              <a:t>embedding</a:t>
            </a:r>
            <a:r>
              <a:rPr dirty="0" sz="1250" spc="50">
                <a:latin typeface="Verdana"/>
                <a:cs typeface="Verdana"/>
              </a:rPr>
              <a:t> </a:t>
            </a:r>
            <a:r>
              <a:rPr dirty="0" sz="1250" spc="65">
                <a:latin typeface="Verdana"/>
                <a:cs typeface="Verdana"/>
              </a:rPr>
              <a:t>изображения</a:t>
            </a:r>
            <a:r>
              <a:rPr dirty="0" sz="1250" spc="25">
                <a:latin typeface="Verdana"/>
                <a:cs typeface="Verdana"/>
              </a:rPr>
              <a:t> </a:t>
            </a:r>
            <a:r>
              <a:rPr dirty="0" sz="1250" spc="-10">
                <a:latin typeface="Verdana"/>
                <a:cs typeface="Verdana"/>
              </a:rPr>
              <a:t>через</a:t>
            </a:r>
            <a:endParaRPr sz="1250">
              <a:latin typeface="Verdana"/>
              <a:cs typeface="Verdana"/>
            </a:endParaRPr>
          </a:p>
          <a:p>
            <a:pPr marL="457834">
              <a:lnSpc>
                <a:spcPts val="1465"/>
              </a:lnSpc>
            </a:pPr>
            <a:r>
              <a:rPr dirty="0" sz="1250" spc="-10">
                <a:solidFill>
                  <a:srgbClr val="000000"/>
                </a:solidFill>
              </a:rPr>
              <a:t>SigLIP2</a:t>
            </a:r>
            <a:r>
              <a:rPr dirty="0" sz="1250" spc="-10" b="0">
                <a:solidFill>
                  <a:srgbClr val="000000"/>
                </a:solidFill>
                <a:latin typeface="Verdana"/>
                <a:cs typeface="Verdana"/>
              </a:rPr>
              <a:t>;</a:t>
            </a:r>
            <a:endParaRPr sz="1250">
              <a:latin typeface="Verdana"/>
              <a:cs typeface="Verdana"/>
            </a:endParaRPr>
          </a:p>
          <a:p>
            <a:pPr lvl="1" marL="457200" indent="-143510">
              <a:lnSpc>
                <a:spcPct val="100000"/>
              </a:lnSpc>
              <a:spcBef>
                <a:spcPts val="125"/>
              </a:spcBef>
              <a:buFont typeface="Courier New"/>
              <a:buChar char="o"/>
              <a:tabLst>
                <a:tab pos="457200" algn="l"/>
              </a:tabLst>
            </a:pPr>
            <a:r>
              <a:rPr dirty="0" sz="1350">
                <a:latin typeface="Verdana"/>
                <a:cs typeface="Verdana"/>
              </a:rPr>
              <a:t>OCR-</a:t>
            </a:r>
            <a:r>
              <a:rPr dirty="0" sz="1350" spc="-10">
                <a:latin typeface="Verdana"/>
                <a:cs typeface="Verdana"/>
              </a:rPr>
              <a:t>текст</a:t>
            </a:r>
            <a:r>
              <a:rPr dirty="0" sz="1350" spc="15">
                <a:latin typeface="Verdana"/>
                <a:cs typeface="Verdana"/>
              </a:rPr>
              <a:t> </a:t>
            </a:r>
            <a:r>
              <a:rPr dirty="0" sz="1350" spc="-10">
                <a:latin typeface="Verdana"/>
                <a:cs typeface="Verdana"/>
              </a:rPr>
              <a:t>этикетки</a:t>
            </a:r>
            <a:r>
              <a:rPr dirty="0" sz="1350" spc="-65">
                <a:latin typeface="Verdana"/>
                <a:cs typeface="Verdana"/>
              </a:rPr>
              <a:t> </a:t>
            </a:r>
            <a:r>
              <a:rPr dirty="0" sz="1350">
                <a:latin typeface="Verdana"/>
                <a:cs typeface="Verdana"/>
              </a:rPr>
              <a:t>через</a:t>
            </a:r>
            <a:r>
              <a:rPr dirty="0" sz="1350" spc="-45">
                <a:latin typeface="Verdana"/>
                <a:cs typeface="Verdana"/>
              </a:rPr>
              <a:t> </a:t>
            </a:r>
            <a:r>
              <a:rPr dirty="0" sz="1350" spc="-10" b="1">
                <a:latin typeface="Tahoma"/>
                <a:cs typeface="Tahoma"/>
              </a:rPr>
              <a:t>PaddleOCR</a:t>
            </a:r>
            <a:r>
              <a:rPr dirty="0" sz="1350" spc="-10">
                <a:latin typeface="Verdana"/>
                <a:cs typeface="Verdana"/>
              </a:rPr>
              <a:t>;</a:t>
            </a:r>
            <a:endParaRPr sz="1350">
              <a:latin typeface="Verdana"/>
              <a:cs typeface="Verdana"/>
            </a:endParaRPr>
          </a:p>
          <a:p>
            <a:pPr marL="313690">
              <a:lnSpc>
                <a:spcPct val="100000"/>
              </a:lnSpc>
              <a:spcBef>
                <a:spcPts val="110"/>
              </a:spcBef>
            </a:pPr>
            <a:r>
              <a:rPr dirty="0" sz="1350" spc="-10" b="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  <a:r>
              <a:rPr dirty="0" sz="1350" spc="-445" b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текстовый</a:t>
            </a:r>
            <a:r>
              <a:rPr dirty="0" sz="1350" spc="-13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spc="45" b="0">
                <a:solidFill>
                  <a:srgbClr val="000000"/>
                </a:solidFill>
                <a:latin typeface="Verdana"/>
                <a:cs typeface="Verdana"/>
              </a:rPr>
              <a:t>embedding</a:t>
            </a:r>
            <a:r>
              <a:rPr dirty="0" sz="1350" spc="-4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spc="60" b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dirty="0" sz="1350" spc="-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данные</a:t>
            </a:r>
            <a:r>
              <a:rPr dirty="0" sz="1350" spc="-5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000000"/>
                </a:solidFill>
                <a:latin typeface="Verdana"/>
                <a:cs typeface="Verdana"/>
              </a:rPr>
              <a:t>карточки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350">
              <a:latin typeface="Verdana"/>
              <a:cs typeface="Verdana"/>
            </a:endParaRPr>
          </a:p>
          <a:p>
            <a:pPr marL="168275" indent="-144780">
              <a:lnSpc>
                <a:spcPct val="100000"/>
              </a:lnSpc>
              <a:buFont typeface="Arial MT"/>
              <a:buChar char="•"/>
              <a:tabLst>
                <a:tab pos="168275" algn="l"/>
              </a:tabLst>
            </a:pPr>
            <a:r>
              <a:rPr dirty="0" sz="1200" spc="10" b="0">
                <a:solidFill>
                  <a:srgbClr val="000000"/>
                </a:solidFill>
                <a:latin typeface="Verdana"/>
                <a:cs typeface="Verdana"/>
              </a:rPr>
              <a:t>Embeddings</a:t>
            </a:r>
            <a:r>
              <a:rPr dirty="0" sz="1200" spc="-1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200" b="0">
                <a:solidFill>
                  <a:srgbClr val="000000"/>
                </a:solidFill>
                <a:latin typeface="Verdana"/>
                <a:cs typeface="Verdana"/>
              </a:rPr>
              <a:t>хранятс</a:t>
            </a:r>
            <a:r>
              <a:rPr dirty="0" sz="1250" b="0">
                <a:solidFill>
                  <a:srgbClr val="000000"/>
                </a:solidFill>
                <a:latin typeface="Verdana"/>
                <a:cs typeface="Verdana"/>
              </a:rPr>
              <a:t>я</a:t>
            </a:r>
            <a:r>
              <a:rPr dirty="0" sz="1250" spc="10" b="0">
                <a:solidFill>
                  <a:srgbClr val="000000"/>
                </a:solidFill>
                <a:latin typeface="Verdana"/>
                <a:cs typeface="Verdana"/>
              </a:rPr>
              <a:t> в</a:t>
            </a:r>
            <a:r>
              <a:rPr dirty="0" sz="1250" spc="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250" spc="-10" b="0">
                <a:solidFill>
                  <a:srgbClr val="000000"/>
                </a:solidFill>
                <a:latin typeface="Verdana"/>
                <a:cs typeface="Verdana"/>
              </a:rPr>
              <a:t>Qdrant</a:t>
            </a:r>
            <a:endParaRPr sz="1250">
              <a:latin typeface="Verdana"/>
              <a:cs typeface="Verdana"/>
            </a:endParaRPr>
          </a:p>
          <a:p>
            <a:pPr marL="313690">
              <a:lnSpc>
                <a:spcPct val="100000"/>
              </a:lnSpc>
              <a:spcBef>
                <a:spcPts val="150"/>
              </a:spcBef>
            </a:pPr>
            <a:r>
              <a:rPr dirty="0" sz="1250" b="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  <a:r>
              <a:rPr dirty="0" sz="1250" spc="-254" b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250" spc="-20" b="0">
                <a:solidFill>
                  <a:srgbClr val="000000"/>
                </a:solidFill>
                <a:latin typeface="Verdana"/>
                <a:cs typeface="Verdana"/>
              </a:rPr>
              <a:t>siglip2-vectors</a:t>
            </a:r>
            <a:r>
              <a:rPr dirty="0" sz="1250" spc="2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250" b="0">
                <a:solidFill>
                  <a:srgbClr val="000000"/>
                </a:solidFill>
                <a:latin typeface="Verdana"/>
                <a:cs typeface="Verdana"/>
              </a:rPr>
              <a:t>—</a:t>
            </a:r>
            <a:r>
              <a:rPr dirty="0" sz="1250" spc="-3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250" b="0">
                <a:solidFill>
                  <a:srgbClr val="000000"/>
                </a:solidFill>
                <a:latin typeface="Verdana"/>
                <a:cs typeface="Verdana"/>
              </a:rPr>
              <a:t>пои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ск</a:t>
            </a:r>
            <a:r>
              <a:rPr dirty="0" sz="1400" spc="-9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по</a:t>
            </a:r>
            <a:r>
              <a:rPr dirty="0" sz="1350" spc="-2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внешнему</a:t>
            </a:r>
            <a:r>
              <a:rPr dirty="0" sz="1350" spc="2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000000"/>
                </a:solidFill>
                <a:latin typeface="Verdana"/>
                <a:cs typeface="Verdana"/>
              </a:rPr>
              <a:t>виду;</a:t>
            </a:r>
            <a:endParaRPr sz="1350">
              <a:latin typeface="Verdana"/>
              <a:cs typeface="Verdana"/>
            </a:endParaRPr>
          </a:p>
          <a:p>
            <a:pPr marL="313690">
              <a:lnSpc>
                <a:spcPct val="100000"/>
              </a:lnSpc>
              <a:spcBef>
                <a:spcPts val="125"/>
              </a:spcBef>
            </a:pPr>
            <a:r>
              <a:rPr dirty="0" sz="1350" spc="-10" b="0">
                <a:solidFill>
                  <a:srgbClr val="000000"/>
                </a:solidFill>
                <a:latin typeface="Courier New"/>
                <a:cs typeface="Courier New"/>
              </a:rPr>
              <a:t>o</a:t>
            </a:r>
            <a:r>
              <a:rPr dirty="0" sz="1350" spc="-450" b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dirty="0" sz="1350" spc="-25" b="0">
                <a:solidFill>
                  <a:srgbClr val="000000"/>
                </a:solidFill>
                <a:latin typeface="Verdana"/>
                <a:cs typeface="Verdana"/>
              </a:rPr>
              <a:t>ocr-</a:t>
            </a:r>
            <a:r>
              <a:rPr dirty="0" sz="1350" spc="-10" b="0">
                <a:solidFill>
                  <a:srgbClr val="000000"/>
                </a:solidFill>
                <a:latin typeface="Verdana"/>
                <a:cs typeface="Verdana"/>
              </a:rPr>
              <a:t>data-vectors</a:t>
            </a:r>
            <a:r>
              <a:rPr dirty="0" sz="1350" spc="-114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—</a:t>
            </a:r>
            <a:r>
              <a:rPr dirty="0" sz="1350" spc="-8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b="0">
                <a:solidFill>
                  <a:srgbClr val="000000"/>
                </a:solidFill>
                <a:latin typeface="Verdana"/>
                <a:cs typeface="Verdana"/>
              </a:rPr>
              <a:t>поиск</a:t>
            </a:r>
            <a:r>
              <a:rPr dirty="0" sz="1350" spc="-9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350" spc="50" b="0">
                <a:solidFill>
                  <a:srgbClr val="000000"/>
                </a:solidFill>
                <a:latin typeface="Verdana"/>
                <a:cs typeface="Verdana"/>
              </a:rPr>
              <a:t>п</a:t>
            </a:r>
            <a:r>
              <a:rPr dirty="0" sz="1400" spc="50" b="0">
                <a:solidFill>
                  <a:srgbClr val="000000"/>
                </a:solidFill>
                <a:latin typeface="Verdana"/>
                <a:cs typeface="Verdana"/>
              </a:rPr>
              <a:t>о</a:t>
            </a:r>
            <a:r>
              <a:rPr dirty="0" sz="1400" spc="-8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25" b="0">
                <a:solidFill>
                  <a:srgbClr val="000000"/>
                </a:solidFill>
                <a:latin typeface="Verdana"/>
                <a:cs typeface="Verdana"/>
              </a:rPr>
              <a:t>тексту</a:t>
            </a:r>
            <a:r>
              <a:rPr dirty="0" sz="1400" spc="-12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этикетки.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350">
              <a:latin typeface="Verdana"/>
              <a:cs typeface="Verdana"/>
            </a:endParaRPr>
          </a:p>
          <a:p>
            <a:pPr marL="313690" marR="5080">
              <a:lnSpc>
                <a:spcPct val="89400"/>
              </a:lnSpc>
            </a:pPr>
            <a:r>
              <a:rPr dirty="0" sz="1400" spc="10" b="0">
                <a:solidFill>
                  <a:srgbClr val="000000"/>
                </a:solidFill>
                <a:latin typeface="Verdana"/>
                <a:cs typeface="Verdana"/>
              </a:rPr>
              <a:t>Далее</a:t>
            </a:r>
            <a:r>
              <a:rPr dirty="0" sz="1400" spc="-9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85" b="0">
                <a:solidFill>
                  <a:srgbClr val="000000"/>
                </a:solidFill>
                <a:latin typeface="Verdana"/>
                <a:cs typeface="Verdana"/>
              </a:rPr>
              <a:t>при</a:t>
            </a:r>
            <a:r>
              <a:rPr dirty="0" sz="1400" spc="-12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20" b="0">
                <a:solidFill>
                  <a:srgbClr val="000000"/>
                </a:solidFill>
                <a:latin typeface="Verdana"/>
                <a:cs typeface="Verdana"/>
              </a:rPr>
              <a:t>поиске</a:t>
            </a:r>
            <a:r>
              <a:rPr dirty="0" sz="1400" spc="-9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65" b="0">
                <a:solidFill>
                  <a:srgbClr val="000000"/>
                </a:solidFill>
                <a:latin typeface="Verdana"/>
                <a:cs typeface="Verdana"/>
              </a:rPr>
              <a:t>по</a:t>
            </a:r>
            <a:r>
              <a:rPr dirty="0" sz="1400" spc="-12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20" b="0">
                <a:solidFill>
                  <a:srgbClr val="000000"/>
                </a:solidFill>
                <a:latin typeface="Verdana"/>
                <a:cs typeface="Verdana"/>
              </a:rPr>
              <a:t>изображению</a:t>
            </a:r>
            <a:r>
              <a:rPr dirty="0" sz="1400" spc="-6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результаты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поиска</a:t>
            </a:r>
            <a:r>
              <a:rPr dirty="0" sz="1400" spc="-8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суммируются</a:t>
            </a:r>
            <a:r>
              <a:rPr dirty="0" sz="1400" spc="-1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70" b="0">
                <a:solidFill>
                  <a:srgbClr val="000000"/>
                </a:solidFill>
                <a:latin typeface="Verdana"/>
                <a:cs typeface="Verdana"/>
              </a:rPr>
              <a:t>и</a:t>
            </a:r>
            <a:r>
              <a:rPr dirty="0" sz="1400" spc="4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получается</a:t>
            </a:r>
            <a:r>
              <a:rPr dirty="0" sz="1400" spc="-1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итоговый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score</a:t>
            </a:r>
            <a:r>
              <a:rPr dirty="0" sz="1400" spc="-2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65" b="0">
                <a:solidFill>
                  <a:srgbClr val="000000"/>
                </a:solidFill>
                <a:latin typeface="Verdana"/>
                <a:cs typeface="Verdana"/>
              </a:rPr>
              <a:t>по</a:t>
            </a:r>
            <a:r>
              <a:rPr dirty="0" sz="1400" spc="-8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которому</a:t>
            </a:r>
            <a:r>
              <a:rPr dirty="0" sz="1400" spc="-3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определяется</a:t>
            </a:r>
            <a:r>
              <a:rPr dirty="0" sz="1400" spc="75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10" b="0">
                <a:solidFill>
                  <a:srgbClr val="000000"/>
                </a:solidFill>
                <a:latin typeface="Verdana"/>
                <a:cs typeface="Verdana"/>
              </a:rPr>
              <a:t>наиболее </a:t>
            </a:r>
            <a:r>
              <a:rPr dirty="0" sz="1400" b="0">
                <a:solidFill>
                  <a:srgbClr val="000000"/>
                </a:solidFill>
                <a:latin typeface="Verdana"/>
                <a:cs typeface="Verdana"/>
              </a:rPr>
              <a:t>подходящее</a:t>
            </a:r>
            <a:r>
              <a:rPr dirty="0" sz="1400" spc="50" b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dirty="0" sz="1400" spc="-20" b="0">
                <a:solidFill>
                  <a:srgbClr val="000000"/>
                </a:solidFill>
                <a:latin typeface="Verdana"/>
                <a:cs typeface="Verdana"/>
              </a:rPr>
              <a:t>вино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29350" y="1209675"/>
            <a:ext cx="5438775" cy="4991100"/>
          </a:xfrm>
          <a:custGeom>
            <a:avLst/>
            <a:gdLst/>
            <a:ahLst/>
            <a:cxnLst/>
            <a:rect l="l" t="t" r="r" b="b"/>
            <a:pathLst>
              <a:path w="5438775" h="4991100">
                <a:moveTo>
                  <a:pt x="5245861" y="0"/>
                </a:moveTo>
                <a:lnTo>
                  <a:pt x="192912" y="0"/>
                </a:lnTo>
                <a:lnTo>
                  <a:pt x="148676" y="5094"/>
                </a:lnTo>
                <a:lnTo>
                  <a:pt x="108070" y="19606"/>
                </a:lnTo>
                <a:lnTo>
                  <a:pt x="72251" y="42377"/>
                </a:lnTo>
                <a:lnTo>
                  <a:pt x="42377" y="72251"/>
                </a:lnTo>
                <a:lnTo>
                  <a:pt x="19606" y="108070"/>
                </a:lnTo>
                <a:lnTo>
                  <a:pt x="5094" y="148676"/>
                </a:lnTo>
                <a:lnTo>
                  <a:pt x="0" y="192912"/>
                </a:lnTo>
                <a:lnTo>
                  <a:pt x="0" y="4798187"/>
                </a:lnTo>
                <a:lnTo>
                  <a:pt x="5094" y="4842419"/>
                </a:lnTo>
                <a:lnTo>
                  <a:pt x="19606" y="4883024"/>
                </a:lnTo>
                <a:lnTo>
                  <a:pt x="42377" y="4918843"/>
                </a:lnTo>
                <a:lnTo>
                  <a:pt x="72251" y="4948718"/>
                </a:lnTo>
                <a:lnTo>
                  <a:pt x="108070" y="4971491"/>
                </a:lnTo>
                <a:lnTo>
                  <a:pt x="148676" y="4986004"/>
                </a:lnTo>
                <a:lnTo>
                  <a:pt x="192912" y="4991100"/>
                </a:lnTo>
                <a:lnTo>
                  <a:pt x="5245861" y="4991100"/>
                </a:lnTo>
                <a:lnTo>
                  <a:pt x="5290098" y="4986004"/>
                </a:lnTo>
                <a:lnTo>
                  <a:pt x="5330704" y="4971491"/>
                </a:lnTo>
                <a:lnTo>
                  <a:pt x="5366523" y="4948718"/>
                </a:lnTo>
                <a:lnTo>
                  <a:pt x="5396397" y="4918843"/>
                </a:lnTo>
                <a:lnTo>
                  <a:pt x="5419168" y="4883024"/>
                </a:lnTo>
                <a:lnTo>
                  <a:pt x="5433680" y="4842419"/>
                </a:lnTo>
                <a:lnTo>
                  <a:pt x="5438775" y="4798187"/>
                </a:lnTo>
                <a:lnTo>
                  <a:pt x="5438775" y="192912"/>
                </a:lnTo>
                <a:lnTo>
                  <a:pt x="5433680" y="148676"/>
                </a:lnTo>
                <a:lnTo>
                  <a:pt x="5419168" y="108070"/>
                </a:lnTo>
                <a:lnTo>
                  <a:pt x="5396397" y="72251"/>
                </a:lnTo>
                <a:lnTo>
                  <a:pt x="5366523" y="42377"/>
                </a:lnTo>
                <a:lnTo>
                  <a:pt x="5330704" y="19606"/>
                </a:lnTo>
                <a:lnTo>
                  <a:pt x="5290098" y="5094"/>
                </a:lnTo>
                <a:lnTo>
                  <a:pt x="52458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597268" y="1313089"/>
            <a:ext cx="4792345" cy="235585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000" spc="65" b="1">
                <a:solidFill>
                  <a:srgbClr val="520977"/>
                </a:solidFill>
                <a:latin typeface="Tahoma"/>
                <a:cs typeface="Tahoma"/>
              </a:rPr>
              <a:t>Маркетинговая</a:t>
            </a:r>
            <a:r>
              <a:rPr dirty="0" sz="2000" spc="-5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2000" spc="65" b="1">
                <a:solidFill>
                  <a:srgbClr val="520977"/>
                </a:solidFill>
                <a:latin typeface="Tahoma"/>
                <a:cs typeface="Tahoma"/>
              </a:rPr>
              <a:t>суть</a:t>
            </a:r>
            <a:r>
              <a:rPr dirty="0" sz="2000" spc="-5" b="1">
                <a:solidFill>
                  <a:srgbClr val="520977"/>
                </a:solidFill>
                <a:latin typeface="Tahoma"/>
                <a:cs typeface="Tahoma"/>
              </a:rPr>
              <a:t> </a:t>
            </a:r>
            <a:r>
              <a:rPr dirty="0" sz="2000" spc="70" b="1">
                <a:solidFill>
                  <a:srgbClr val="520977"/>
                </a:solidFill>
                <a:latin typeface="Tahoma"/>
                <a:cs typeface="Tahoma"/>
              </a:rPr>
              <a:t>решения</a:t>
            </a:r>
            <a:endParaRPr sz="2000">
              <a:latin typeface="Tahoma"/>
              <a:cs typeface="Tahoma"/>
            </a:endParaRPr>
          </a:p>
          <a:p>
            <a:pPr marL="154940" marR="5080" indent="-142875">
              <a:lnSpc>
                <a:spcPts val="1500"/>
              </a:lnSpc>
              <a:spcBef>
                <a:spcPts val="1225"/>
              </a:spcBef>
              <a:buFont typeface="Arial MT"/>
              <a:buChar char="•"/>
              <a:tabLst>
                <a:tab pos="156845" algn="l"/>
              </a:tabLst>
            </a:pPr>
            <a:r>
              <a:rPr dirty="0" sz="1400" spc="10">
                <a:latin typeface="Verdana"/>
                <a:cs typeface="Verdana"/>
              </a:rPr>
              <a:t>Для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работы</a:t>
            </a:r>
            <a:r>
              <a:rPr dirty="0" sz="1400" spc="-75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данного приложения</a:t>
            </a:r>
            <a:r>
              <a:rPr dirty="0" sz="1400" spc="-40">
                <a:latin typeface="Verdana"/>
                <a:cs typeface="Verdana"/>
              </a:rPr>
              <a:t> </a:t>
            </a:r>
            <a:r>
              <a:rPr dirty="0" sz="1400" spc="60">
                <a:latin typeface="Verdana"/>
                <a:cs typeface="Verdana"/>
              </a:rPr>
              <a:t>не</a:t>
            </a:r>
            <a:r>
              <a:rPr dirty="0" sz="1400" spc="-65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требуется </a:t>
            </a:r>
            <a:r>
              <a:rPr dirty="0" sz="1400" spc="-10">
                <a:latin typeface="Verdana"/>
                <a:cs typeface="Verdana"/>
              </a:rPr>
              <a:t>	</a:t>
            </a:r>
            <a:r>
              <a:rPr dirty="0" sz="1400" spc="10">
                <a:latin typeface="Verdana"/>
                <a:cs typeface="Verdana"/>
              </a:rPr>
              <a:t>тяжелого</a:t>
            </a:r>
            <a:r>
              <a:rPr dirty="0" sz="1400" spc="-114">
                <a:latin typeface="Verdana"/>
                <a:cs typeface="Verdana"/>
              </a:rPr>
              <a:t> </a:t>
            </a:r>
            <a:r>
              <a:rPr dirty="0" sz="1400" spc="10">
                <a:latin typeface="Verdana"/>
                <a:cs typeface="Verdana"/>
              </a:rPr>
              <a:t>оборудования,</a:t>
            </a:r>
            <a:r>
              <a:rPr dirty="0" sz="1400" spc="-114">
                <a:latin typeface="Verdana"/>
                <a:cs typeface="Verdana"/>
              </a:rPr>
              <a:t> </a:t>
            </a:r>
            <a:r>
              <a:rPr dirty="0" sz="1400" spc="20">
                <a:latin typeface="Verdana"/>
                <a:cs typeface="Verdana"/>
              </a:rPr>
              <a:t>все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20">
                <a:latin typeface="Verdana"/>
                <a:cs typeface="Verdana"/>
              </a:rPr>
              <a:t>приложение</a:t>
            </a:r>
            <a:r>
              <a:rPr dirty="0" sz="1400" spc="-8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может 	запускаться</a:t>
            </a:r>
            <a:r>
              <a:rPr dirty="0" sz="1400" spc="-6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на</a:t>
            </a:r>
            <a:r>
              <a:rPr dirty="0" sz="1400" spc="-11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относительно</a:t>
            </a:r>
            <a:r>
              <a:rPr dirty="0" sz="1400" spc="-1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не</a:t>
            </a:r>
            <a:r>
              <a:rPr dirty="0" sz="1400" spc="15">
                <a:latin typeface="Verdana"/>
                <a:cs typeface="Verdana"/>
              </a:rPr>
              <a:t> </a:t>
            </a:r>
            <a:r>
              <a:rPr dirty="0" sz="1400" spc="45">
                <a:latin typeface="Verdana"/>
                <a:cs typeface="Verdana"/>
              </a:rPr>
              <a:t>дорогом</a:t>
            </a:r>
            <a:r>
              <a:rPr dirty="0" sz="1400" spc="-10">
                <a:latin typeface="Verdana"/>
                <a:cs typeface="Verdana"/>
              </a:rPr>
              <a:t> железе, </a:t>
            </a:r>
            <a:r>
              <a:rPr dirty="0" sz="1400" spc="-10">
                <a:latin typeface="Verdana"/>
                <a:cs typeface="Verdana"/>
              </a:rPr>
              <a:t>	</a:t>
            </a:r>
            <a:r>
              <a:rPr dirty="0" sz="1400" spc="80">
                <a:latin typeface="Verdana"/>
                <a:cs typeface="Verdana"/>
              </a:rPr>
              <a:t>и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 spc="60">
                <a:latin typeface="Verdana"/>
                <a:cs typeface="Verdana"/>
              </a:rPr>
              <a:t>при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этом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будет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быстро</a:t>
            </a:r>
            <a:r>
              <a:rPr dirty="0" sz="1400" spc="-140">
                <a:latin typeface="Verdana"/>
                <a:cs typeface="Verdana"/>
              </a:rPr>
              <a:t> </a:t>
            </a:r>
            <a:r>
              <a:rPr dirty="0" sz="1400" spc="80">
                <a:latin typeface="Verdana"/>
                <a:cs typeface="Verdana"/>
              </a:rPr>
              <a:t>и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качественно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работать.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Font typeface="Arial MT"/>
              <a:buChar char="•"/>
            </a:pPr>
            <a:endParaRPr sz="1400">
              <a:latin typeface="Verdana"/>
              <a:cs typeface="Verdana"/>
            </a:endParaRPr>
          </a:p>
          <a:p>
            <a:pPr marL="154940" marR="607695" indent="-142875">
              <a:lnSpc>
                <a:spcPct val="91700"/>
              </a:lnSpc>
              <a:buFont typeface="Arial MT"/>
              <a:buChar char="•"/>
              <a:tabLst>
                <a:tab pos="156845" algn="l"/>
              </a:tabLst>
            </a:pPr>
            <a:r>
              <a:rPr dirty="0" sz="1400">
                <a:latin typeface="Verdana"/>
                <a:cs typeface="Verdana"/>
              </a:rPr>
              <a:t>За</a:t>
            </a:r>
            <a:r>
              <a:rPr dirty="0" sz="1400" spc="-5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счет</a:t>
            </a:r>
            <a:r>
              <a:rPr dirty="0" sz="1400" spc="-12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того</a:t>
            </a:r>
            <a:r>
              <a:rPr dirty="0" sz="1400" spc="-5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что</a:t>
            </a:r>
            <a:r>
              <a:rPr dirty="0" sz="1400" spc="-140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вино</a:t>
            </a:r>
            <a:r>
              <a:rPr dirty="0" sz="1400" spc="-45">
                <a:latin typeface="Verdana"/>
                <a:cs typeface="Verdana"/>
              </a:rPr>
              <a:t> </a:t>
            </a:r>
            <a:r>
              <a:rPr dirty="0" sz="1400">
                <a:latin typeface="Verdana"/>
                <a:cs typeface="Verdana"/>
              </a:rPr>
              <a:t>было</a:t>
            </a:r>
            <a:r>
              <a:rPr dirty="0" sz="1400" spc="-140">
                <a:latin typeface="Verdana"/>
                <a:cs typeface="Verdana"/>
              </a:rPr>
              <a:t> </a:t>
            </a:r>
            <a:r>
              <a:rPr dirty="0" sz="1400" spc="-10">
                <a:latin typeface="Verdana"/>
                <a:cs typeface="Verdana"/>
              </a:rPr>
              <a:t>заранее </a:t>
            </a:r>
            <a:r>
              <a:rPr dirty="0" sz="1400" spc="-10">
                <a:latin typeface="Verdana"/>
                <a:cs typeface="Verdana"/>
              </a:rPr>
              <a:t>	</a:t>
            </a:r>
            <a:r>
              <a:rPr dirty="0" sz="1400" spc="20">
                <a:latin typeface="Verdana"/>
                <a:cs typeface="Verdana"/>
              </a:rPr>
              <a:t>провекторизировано</a:t>
            </a:r>
            <a:r>
              <a:rPr dirty="0" sz="1400" spc="-90">
                <a:latin typeface="Verdana"/>
                <a:cs typeface="Verdana"/>
              </a:rPr>
              <a:t> </a:t>
            </a:r>
            <a:r>
              <a:rPr dirty="0" sz="1400" spc="20">
                <a:latin typeface="Verdana"/>
                <a:cs typeface="Verdana"/>
              </a:rPr>
              <a:t>вероятность</a:t>
            </a:r>
            <a:r>
              <a:rPr dirty="0" sz="1400" spc="-10">
                <a:latin typeface="Verdana"/>
                <a:cs typeface="Verdana"/>
              </a:rPr>
              <a:t> ошибки </a:t>
            </a:r>
            <a:r>
              <a:rPr dirty="0" sz="1400" spc="-10">
                <a:latin typeface="Verdana"/>
                <a:cs typeface="Verdana"/>
              </a:rPr>
              <a:t>	</a:t>
            </a:r>
            <a:r>
              <a:rPr dirty="0" sz="1400">
                <a:latin typeface="Verdana"/>
                <a:cs typeface="Verdana"/>
              </a:rPr>
              <a:t>крайне</a:t>
            </a:r>
            <a:r>
              <a:rPr dirty="0" sz="1400" spc="40">
                <a:latin typeface="Verdana"/>
                <a:cs typeface="Verdana"/>
              </a:rPr>
              <a:t> </a:t>
            </a:r>
            <a:r>
              <a:rPr dirty="0" sz="1400" spc="-20">
                <a:latin typeface="Verdana"/>
                <a:cs typeface="Verdana"/>
              </a:rPr>
              <a:t>мала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420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2026-09-29T19:06:22Z</dcterms:created>
  <dcterms:modified xsi:type="dcterms:W3CDTF">2026-09-29T19:06:22Z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LastSaved">
    <vt:filetime>2026-09-29T00:00:00Z</vt:filetime>
  </property>
</Properties>
</file>